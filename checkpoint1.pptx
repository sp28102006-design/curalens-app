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  <p:sldMasterId id="2147483701" r:id="rId3"/>
  </p:sldMasterIdLst>
  <p:notesMasterIdLst>
    <p:notesMasterId r:id="rId12"/>
  </p:notesMasterIdLst>
  <p:sldIdLst>
    <p:sldId id="256" r:id="rId4"/>
    <p:sldId id="257" r:id="rId5"/>
    <p:sldId id="258" r:id="rId6"/>
    <p:sldId id="260" r:id="rId7"/>
    <p:sldId id="266" r:id="rId8"/>
    <p:sldId id="262" r:id="rId9"/>
    <p:sldId id="265" r:id="rId10"/>
    <p:sldId id="27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8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8C524-C2E7-41F6-9E4C-E0936CBC9B2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40D87-BBED-42F3-87A3-FB61C806F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29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40D87-BBED-42F3-87A3-FB61C806F9D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10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4240" y="451440"/>
            <a:ext cx="4328280" cy="289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36560" y="2097360"/>
            <a:ext cx="6213600" cy="11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9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6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21318B-2827-40AB-B5D5-B55AE530E34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7200" y="2706480"/>
            <a:ext cx="2395800" cy="192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372840" y="1726560"/>
            <a:ext cx="3818160" cy="1317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1848600" y="1554480"/>
            <a:ext cx="1454760" cy="139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8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7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03560" y="2887560"/>
            <a:ext cx="42793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19520" y="1543680"/>
            <a:ext cx="3047760" cy="139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8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7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1662120" y="1536840"/>
            <a:ext cx="26665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766800" y="15868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1662120" y="3098880"/>
            <a:ext cx="26665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766800" y="314892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5653080" y="1536840"/>
            <a:ext cx="27241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4757760" y="15868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5653080" y="3098880"/>
            <a:ext cx="27241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4757760" y="314892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73836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73836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79808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479808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/>
          </p:nvPr>
        </p:nvSpPr>
        <p:spPr>
          <a:xfrm>
            <a:off x="2768040" y="2603520"/>
            <a:ext cx="1453320" cy="77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7"/>
          <p:cNvSpPr>
            <a:spLocks noGrp="1"/>
          </p:cNvSpPr>
          <p:nvPr>
            <p:ph type="title"/>
          </p:nvPr>
        </p:nvSpPr>
        <p:spPr>
          <a:xfrm>
            <a:off x="276804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title"/>
          </p:nvPr>
        </p:nvSpPr>
        <p:spPr>
          <a:xfrm>
            <a:off x="6827760" y="2603520"/>
            <a:ext cx="1572120" cy="77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9"/>
          <p:cNvSpPr>
            <a:spLocks noGrp="1"/>
          </p:cNvSpPr>
          <p:nvPr>
            <p:ph type="title"/>
          </p:nvPr>
        </p:nvSpPr>
        <p:spPr>
          <a:xfrm>
            <a:off x="6827760" y="2103480"/>
            <a:ext cx="90432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7" name="Google Shape;113;p1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8" name="Google Shape;114;p17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9" name="Google Shape;115;p1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0" name="Google Shape;116;p1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117;p1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118;p1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398240" y="1481040"/>
            <a:ext cx="680724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139824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381276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227280" y="3060720"/>
            <a:ext cx="1901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71424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343368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6153120" y="30607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77868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346860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160680" y="1932840"/>
            <a:ext cx="21639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4240" y="2354040"/>
            <a:ext cx="4016520" cy="109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714240" y="1010160"/>
            <a:ext cx="3047760" cy="139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8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7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5716080" y="355932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716080" y="223848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5716080" y="917640"/>
            <a:ext cx="27259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1" name="Google Shape;151;p2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52" name="Google Shape;152;p2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" name="Google Shape;153;p2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54" name="Google Shape;154;p2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55;p2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156;p2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445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5233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title"/>
          </p:nvPr>
        </p:nvSpPr>
        <p:spPr>
          <a:xfrm>
            <a:off x="5802120" y="3670560"/>
            <a:ext cx="2104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1" name="Google Shape;165;p22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62" name="Google Shape;166;p22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3" name="Google Shape;167;p22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64" name="Google Shape;168;p22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69;p22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70;p22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78600" y="207036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4256640" y="377064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title"/>
          </p:nvPr>
        </p:nvSpPr>
        <p:spPr>
          <a:xfrm>
            <a:off x="2916360" y="2913480"/>
            <a:ext cx="13348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714240" y="85428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title"/>
          </p:nvPr>
        </p:nvSpPr>
        <p:spPr>
          <a:xfrm>
            <a:off x="673920" y="207036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title"/>
          </p:nvPr>
        </p:nvSpPr>
        <p:spPr>
          <a:xfrm>
            <a:off x="2011320" y="291348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title"/>
          </p:nvPr>
        </p:nvSpPr>
        <p:spPr>
          <a:xfrm>
            <a:off x="3358800" y="3770640"/>
            <a:ext cx="9043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1764360" y="1536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title"/>
          </p:nvPr>
        </p:nvSpPr>
        <p:spPr>
          <a:xfrm>
            <a:off x="1764360" y="2652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title"/>
          </p:nvPr>
        </p:nvSpPr>
        <p:spPr>
          <a:xfrm>
            <a:off x="5874480" y="1536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title"/>
          </p:nvPr>
        </p:nvSpPr>
        <p:spPr>
          <a:xfrm>
            <a:off x="5874480" y="2652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9" name="Google Shape;192;p2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80" name="Google Shape;193;p2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1" name="Google Shape;194;p2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82" name="Google Shape;195;p2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196;p2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197;p2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1378800" y="21362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1378800" y="39175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5488560" y="21362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title"/>
          </p:nvPr>
        </p:nvSpPr>
        <p:spPr>
          <a:xfrm>
            <a:off x="5488560" y="39175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1383480" y="2004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1383480" y="32680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title"/>
          </p:nvPr>
        </p:nvSpPr>
        <p:spPr>
          <a:xfrm>
            <a:off x="5493240" y="2004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title"/>
          </p:nvPr>
        </p:nvSpPr>
        <p:spPr>
          <a:xfrm>
            <a:off x="5493240" y="32680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219;p2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96" name="Google Shape;220;p27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7" name="Google Shape;221;p2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98" name="Google Shape;222;p2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223;p2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224;p2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1" name="Google Shape;225;p27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02" name="Google Shape;226;p27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03" name="Google Shape;227;p27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4" name="Google Shape;228;p27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05" name="Google Shape;229;p27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230;p27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231;p27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08" name="Google Shape;232;p27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2900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478872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" name="PlaceHolder 3"/>
          <p:cNvSpPr>
            <a:spLocks noGrp="1"/>
          </p:cNvSpPr>
          <p:nvPr>
            <p:ph type="title"/>
          </p:nvPr>
        </p:nvSpPr>
        <p:spPr>
          <a:xfrm>
            <a:off x="275904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2" name="PlaceHolder 4"/>
          <p:cNvSpPr>
            <a:spLocks noGrp="1"/>
          </p:cNvSpPr>
          <p:nvPr>
            <p:ph type="title"/>
          </p:nvPr>
        </p:nvSpPr>
        <p:spPr>
          <a:xfrm>
            <a:off x="6818760" y="1994040"/>
            <a:ext cx="1590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" name="PlaceHolder 5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71424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343368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title"/>
          </p:nvPr>
        </p:nvSpPr>
        <p:spPr>
          <a:xfrm>
            <a:off x="6153120" y="19558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title"/>
          </p:nvPr>
        </p:nvSpPr>
        <p:spPr>
          <a:xfrm>
            <a:off x="71424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title"/>
          </p:nvPr>
        </p:nvSpPr>
        <p:spPr>
          <a:xfrm>
            <a:off x="343368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0" name="PlaceHolder 7"/>
          <p:cNvSpPr>
            <a:spLocks noGrp="1"/>
          </p:cNvSpPr>
          <p:nvPr>
            <p:ph type="title"/>
          </p:nvPr>
        </p:nvSpPr>
        <p:spPr>
          <a:xfrm>
            <a:off x="6153120" y="37598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1" name="Google Shape;256;p2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22" name="Google Shape;257;p2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3" name="Google Shape;258;p2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24" name="Google Shape;259;p2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260;p2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261;p2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7" name="Google Shape;262;p28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28" name="Google Shape;263;p2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29" name="Google Shape;264;p2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30" name="Google Shape;265;p2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31" name="Google Shape;266;p2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" name="Google Shape;267;p2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" name="Google Shape;268;p2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34" name="Google Shape;269;p2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6" name="Google Shape;272;p2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37" name="Google Shape;273;p2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8" name="Google Shape;274;p2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39" name="Google Shape;275;p2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276;p2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277;p2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2" name="Google Shape;278;p29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43" name="Google Shape;279;p29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44" name="Google Shape;280;p29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45" name="Google Shape;281;p29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46" name="Google Shape;282;p29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" name="Google Shape;283;p29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" name="Google Shape;284;p29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49" name="Google Shape;285;p29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1501920" y="17524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1" name="PlaceHolder 3"/>
          <p:cNvSpPr>
            <a:spLocks noGrp="1"/>
          </p:cNvSpPr>
          <p:nvPr>
            <p:ph type="title"/>
          </p:nvPr>
        </p:nvSpPr>
        <p:spPr>
          <a:xfrm>
            <a:off x="1501920" y="26546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2" name="PlaceHolder 4"/>
          <p:cNvSpPr>
            <a:spLocks noGrp="1"/>
          </p:cNvSpPr>
          <p:nvPr>
            <p:ph type="title"/>
          </p:nvPr>
        </p:nvSpPr>
        <p:spPr>
          <a:xfrm>
            <a:off x="5360040" y="175248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PlaceHolder 5"/>
          <p:cNvSpPr>
            <a:spLocks noGrp="1"/>
          </p:cNvSpPr>
          <p:nvPr>
            <p:ph type="title"/>
          </p:nvPr>
        </p:nvSpPr>
        <p:spPr>
          <a:xfrm>
            <a:off x="1501920" y="35564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4" name="PlaceHolder 6"/>
          <p:cNvSpPr>
            <a:spLocks noGrp="1"/>
          </p:cNvSpPr>
          <p:nvPr>
            <p:ph type="title"/>
          </p:nvPr>
        </p:nvSpPr>
        <p:spPr>
          <a:xfrm>
            <a:off x="5360040" y="26546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5" name="PlaceHolder 7"/>
          <p:cNvSpPr>
            <a:spLocks noGrp="1"/>
          </p:cNvSpPr>
          <p:nvPr>
            <p:ph type="title"/>
          </p:nvPr>
        </p:nvSpPr>
        <p:spPr>
          <a:xfrm>
            <a:off x="5360040" y="355644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60160" y="153180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7" name="PlaceHolder 2"/>
          <p:cNvSpPr>
            <a:spLocks noGrp="1"/>
          </p:cNvSpPr>
          <p:nvPr>
            <p:ph type="title"/>
          </p:nvPr>
        </p:nvSpPr>
        <p:spPr>
          <a:xfrm>
            <a:off x="1520640" y="153180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8" name="PlaceHolder 3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9" name="Google Shape;304;p3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60" name="Google Shape;305;p3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1" name="Google Shape;306;p3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62" name="Google Shape;307;p3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308;p3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309;p3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5" name="Google Shape;310;p30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66" name="Google Shape;311;p3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67" name="Google Shape;312;p3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8" name="Google Shape;313;p3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69" name="Google Shape;314;p3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" name="Google Shape;315;p3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316;p3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72" name="Google Shape;317;p3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;p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74" name="Google Shape;18;p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5" name="Google Shape;19;p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76" name="Google Shape;20;p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21;p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22;p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4240" y="540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80" name="Google Shape;25;p4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81" name="Google Shape;26;p4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82" name="Google Shape;27;p4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83" name="Google Shape;28;p4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84" name="Google Shape;29;p4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" name="Google Shape;30;p4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" name="Google Shape;31;p4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187" name="Google Shape;32;p4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2F4A8A"/>
              </a:solidFill>
              <a:round/>
            </a:ln>
          </p:spPr>
        </p:cxnSp>
      </p:grp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319;p3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90" name="Google Shape;320;p3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1" name="Google Shape;321;p3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92" name="Google Shape;322;p3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323;p3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324;p3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5" name="Google Shape;325;p31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196" name="Google Shape;326;p31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97" name="Google Shape;327;p31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98" name="Google Shape;328;p31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99" name="Google Shape;329;p31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" name="Google Shape;330;p31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331;p31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02" name="Google Shape;332;p31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2279880" y="352188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4" name="PlaceHolder 2"/>
          <p:cNvSpPr>
            <a:spLocks noGrp="1"/>
          </p:cNvSpPr>
          <p:nvPr>
            <p:ph type="title"/>
          </p:nvPr>
        </p:nvSpPr>
        <p:spPr>
          <a:xfrm>
            <a:off x="2279880" y="206496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5" name="PlaceHolder 3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7" name="PlaceHolder 2"/>
          <p:cNvSpPr>
            <a:spLocks noGrp="1"/>
          </p:cNvSpPr>
          <p:nvPr>
            <p:ph type="title"/>
          </p:nvPr>
        </p:nvSpPr>
        <p:spPr>
          <a:xfrm>
            <a:off x="4457880" y="132624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title"/>
          </p:nvPr>
        </p:nvSpPr>
        <p:spPr>
          <a:xfrm>
            <a:off x="4457880" y="246348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title"/>
          </p:nvPr>
        </p:nvSpPr>
        <p:spPr>
          <a:xfrm>
            <a:off x="4457880" y="3600720"/>
            <a:ext cx="3228840" cy="58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347;p33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11" name="Google Shape;348;p33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2" name="Google Shape;349;p33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13" name="Google Shape;350;p33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351;p33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352;p33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16" name="Google Shape;353;p33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17" name="Google Shape;354;p33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18" name="Google Shape;355;p33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19" name="Google Shape;356;p33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20" name="Google Shape;357;p33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1" name="Google Shape;358;p33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" name="Google Shape;359;p33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23" name="Google Shape;360;p33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792520" y="141372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title"/>
          </p:nvPr>
        </p:nvSpPr>
        <p:spPr>
          <a:xfrm>
            <a:off x="439200" y="298260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title"/>
          </p:nvPr>
        </p:nvSpPr>
        <p:spPr>
          <a:xfrm>
            <a:off x="4927680" y="2982600"/>
            <a:ext cx="377712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8" name="PlaceHolder 2"/>
          <p:cNvSpPr>
            <a:spLocks noGrp="1"/>
          </p:cNvSpPr>
          <p:nvPr>
            <p:ph type="title"/>
          </p:nvPr>
        </p:nvSpPr>
        <p:spPr>
          <a:xfrm>
            <a:off x="4462560" y="194544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title"/>
          </p:nvPr>
        </p:nvSpPr>
        <p:spPr>
          <a:xfrm>
            <a:off x="3027600" y="179316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title"/>
          </p:nvPr>
        </p:nvSpPr>
        <p:spPr>
          <a:xfrm>
            <a:off x="3360960" y="33832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title"/>
          </p:nvPr>
        </p:nvSpPr>
        <p:spPr>
          <a:xfrm>
            <a:off x="6153120" y="329220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2" name="PlaceHolder 6"/>
          <p:cNvSpPr>
            <a:spLocks noGrp="1"/>
          </p:cNvSpPr>
          <p:nvPr>
            <p:ph type="title"/>
          </p:nvPr>
        </p:nvSpPr>
        <p:spPr>
          <a:xfrm>
            <a:off x="714240" y="237312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3" name="PlaceHolder 7"/>
          <p:cNvSpPr>
            <a:spLocks noGrp="1"/>
          </p:cNvSpPr>
          <p:nvPr>
            <p:ph type="title"/>
          </p:nvPr>
        </p:nvSpPr>
        <p:spPr>
          <a:xfrm>
            <a:off x="6153120" y="1580760"/>
            <a:ext cx="2276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379;p35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35" name="Google Shape;380;p35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36" name="Google Shape;381;p35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37" name="Google Shape;382;p35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8" name="Google Shape;383;p35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9" name="Google Shape;384;p35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40" name="Google Shape;385;p35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41" name="Google Shape;386;p35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42" name="Google Shape;387;p35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43" name="Google Shape;388;p35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44" name="Google Shape;389;p35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" name="Google Shape;390;p35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" name="Google Shape;391;p35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47" name="Google Shape;392;p35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9" name="PlaceHolder 2"/>
          <p:cNvSpPr>
            <a:spLocks noGrp="1"/>
          </p:cNvSpPr>
          <p:nvPr>
            <p:ph type="title"/>
          </p:nvPr>
        </p:nvSpPr>
        <p:spPr>
          <a:xfrm>
            <a:off x="61531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title"/>
          </p:nvPr>
        </p:nvSpPr>
        <p:spPr>
          <a:xfrm>
            <a:off x="12139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title"/>
          </p:nvPr>
        </p:nvSpPr>
        <p:spPr>
          <a:xfrm>
            <a:off x="3683520" y="2119680"/>
            <a:ext cx="165348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title"/>
          </p:nvPr>
        </p:nvSpPr>
        <p:spPr>
          <a:xfrm>
            <a:off x="3683520" y="32961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3" name="PlaceHolder 6"/>
          <p:cNvSpPr>
            <a:spLocks noGrp="1"/>
          </p:cNvSpPr>
          <p:nvPr>
            <p:ph type="title"/>
          </p:nvPr>
        </p:nvSpPr>
        <p:spPr>
          <a:xfrm>
            <a:off x="1213920" y="32961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4" name="PlaceHolder 7"/>
          <p:cNvSpPr>
            <a:spLocks noGrp="1"/>
          </p:cNvSpPr>
          <p:nvPr>
            <p:ph type="title"/>
          </p:nvPr>
        </p:nvSpPr>
        <p:spPr>
          <a:xfrm>
            <a:off x="6153120" y="3292560"/>
            <a:ext cx="16534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767960" y="2483280"/>
            <a:ext cx="215712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3047400" y="3284640"/>
            <a:ext cx="28072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411;p3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59" name="Google Shape;412;p3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60" name="Google Shape;413;p3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61" name="Google Shape;414;p3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415;p3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416;p3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58687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420;p3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67" name="Google Shape;421;p3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68" name="Google Shape;422;p3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69" name="Google Shape;423;p3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0" name="Google Shape;424;p3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1" name="Google Shape;425;p3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3422160" cy="108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4664160" y="1227600"/>
            <a:ext cx="3145320" cy="286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4240" y="2054520"/>
            <a:ext cx="3422160" cy="84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75" name="Google Shape;432;p4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76" name="Google Shape;433;p4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77" name="Google Shape;434;p4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78" name="Google Shape;435;p4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" name="Google Shape;436;p4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437;p4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81" name="Google Shape;438;p40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282" name="Google Shape;439;p4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83" name="Google Shape;440;p4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84" name="Google Shape;441;p4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85" name="Google Shape;442;p4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443;p4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444;p4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288" name="Google Shape;445;p4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60160" y="236052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0" name="PlaceHolder 2"/>
          <p:cNvSpPr>
            <a:spLocks noGrp="1"/>
          </p:cNvSpPr>
          <p:nvPr>
            <p:ph type="title"/>
          </p:nvPr>
        </p:nvSpPr>
        <p:spPr>
          <a:xfrm>
            <a:off x="1518840" y="2360520"/>
            <a:ext cx="256320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447;p4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92" name="Google Shape;448;p4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93" name="Google Shape;449;p4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94" name="Google Shape;450;p4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451;p4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6" name="Google Shape;452;p4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451960" y="1550880"/>
            <a:ext cx="4239720" cy="84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382640" y="1140120"/>
            <a:ext cx="3422160" cy="84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463;p4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01" name="Google Shape;464;p44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2" name="Google Shape;465;p4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03" name="Google Shape;466;p4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4" name="Google Shape;467;p4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5" name="Google Shape;468;p4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06" name="Google Shape;469;p44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07" name="Google Shape;470;p44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08" name="Google Shape;471;p44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09" name="Google Shape;472;p44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10" name="Google Shape;473;p44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474;p44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475;p44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13" name="Google Shape;476;p44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3667680" y="1431720"/>
            <a:ext cx="4475160" cy="6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090800" y="1837800"/>
            <a:ext cx="269352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192200" y="1940400"/>
            <a:ext cx="3076920" cy="84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712240" y="1485720"/>
            <a:ext cx="3945960" cy="199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488;p4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20" name="Google Shape;489;p48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21" name="Google Shape;490;p4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22" name="Google Shape;491;p4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" name="Google Shape;492;p4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" name="Google Shape;493;p4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5" name="Google Shape;494;p48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26" name="Google Shape;495;p4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27" name="Google Shape;496;p4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28" name="Google Shape;497;p4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29" name="Google Shape;498;p4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499;p4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500;p4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32" name="Google Shape;501;p4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504;p49"/>
          <p:cNvGrpSpPr/>
          <p:nvPr/>
        </p:nvGrpSpPr>
        <p:grpSpPr>
          <a:xfrm>
            <a:off x="214200" y="123840"/>
            <a:ext cx="8552520" cy="4510080"/>
            <a:chOff x="214200" y="123840"/>
            <a:chExt cx="8552520" cy="4510080"/>
          </a:xfrm>
        </p:grpSpPr>
        <p:sp>
          <p:nvSpPr>
            <p:cNvPr id="335" name="Google Shape;505;p49"/>
            <p:cNvSpPr/>
            <p:nvPr/>
          </p:nvSpPr>
          <p:spPr>
            <a:xfrm flipH="1">
              <a:off x="213840" y="123840"/>
              <a:ext cx="8552520" cy="4510080"/>
            </a:xfrm>
            <a:prstGeom prst="roundRect">
              <a:avLst>
                <a:gd name="adj" fmla="val 4601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506;p49"/>
            <p:cNvSpPr/>
            <p:nvPr/>
          </p:nvSpPr>
          <p:spPr>
            <a:xfrm flipH="1">
              <a:off x="300240" y="403920"/>
              <a:ext cx="8403840" cy="41515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507;p49"/>
            <p:cNvSpPr/>
            <p:nvPr/>
          </p:nvSpPr>
          <p:spPr>
            <a:xfrm flipH="1">
              <a:off x="299160" y="219240"/>
              <a:ext cx="100440" cy="100440"/>
            </a:xfrm>
            <a:custGeom>
              <a:avLst/>
              <a:gdLst>
                <a:gd name="textAreaLeft" fmla="*/ -360 w 100440"/>
                <a:gd name="textAreaRight" fmla="*/ 100440 w 10044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508;p49"/>
            <p:cNvSpPr/>
            <p:nvPr/>
          </p:nvSpPr>
          <p:spPr>
            <a:xfrm flipH="1">
              <a:off x="463320" y="219240"/>
              <a:ext cx="100080" cy="100440"/>
            </a:xfrm>
            <a:custGeom>
              <a:avLst/>
              <a:gdLst>
                <a:gd name="textAreaLeft" fmla="*/ 360 w 100080"/>
                <a:gd name="textAreaRight" fmla="*/ 100800 w 10008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509;p49"/>
            <p:cNvSpPr/>
            <p:nvPr/>
          </p:nvSpPr>
          <p:spPr>
            <a:xfrm flipH="1">
              <a:off x="629280" y="217800"/>
              <a:ext cx="121320" cy="103320"/>
            </a:xfrm>
            <a:custGeom>
              <a:avLst/>
              <a:gdLst>
                <a:gd name="textAreaLeft" fmla="*/ -360 w 121320"/>
                <a:gd name="textAreaRight" fmla="*/ 121320 w 12132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840" bIns="51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0" name="Google Shape;510;p49"/>
          <p:cNvGrpSpPr/>
          <p:nvPr/>
        </p:nvGrpSpPr>
        <p:grpSpPr>
          <a:xfrm>
            <a:off x="393840" y="461880"/>
            <a:ext cx="8552520" cy="4510080"/>
            <a:chOff x="393840" y="461880"/>
            <a:chExt cx="8552520" cy="4510080"/>
          </a:xfrm>
        </p:grpSpPr>
        <p:sp>
          <p:nvSpPr>
            <p:cNvPr id="341" name="Google Shape;511;p49"/>
            <p:cNvSpPr/>
            <p:nvPr/>
          </p:nvSpPr>
          <p:spPr>
            <a:xfrm flipH="1">
              <a:off x="393480" y="461880"/>
              <a:ext cx="8552520" cy="45100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512;p49"/>
            <p:cNvSpPr/>
            <p:nvPr/>
          </p:nvSpPr>
          <p:spPr>
            <a:xfrm flipH="1">
              <a:off x="479520" y="741960"/>
              <a:ext cx="8403840" cy="41515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513;p49"/>
            <p:cNvSpPr/>
            <p:nvPr/>
          </p:nvSpPr>
          <p:spPr>
            <a:xfrm flipH="1">
              <a:off x="478800" y="556920"/>
              <a:ext cx="100440" cy="100440"/>
            </a:xfrm>
            <a:custGeom>
              <a:avLst/>
              <a:gdLst>
                <a:gd name="textAreaLeft" fmla="*/ -360 w 100440"/>
                <a:gd name="textAreaRight" fmla="*/ 100440 w 10044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514;p49"/>
            <p:cNvSpPr/>
            <p:nvPr/>
          </p:nvSpPr>
          <p:spPr>
            <a:xfrm flipH="1">
              <a:off x="642600" y="556920"/>
              <a:ext cx="100080" cy="100440"/>
            </a:xfrm>
            <a:custGeom>
              <a:avLst/>
              <a:gdLst>
                <a:gd name="textAreaLeft" fmla="*/ 360 w 100080"/>
                <a:gd name="textAreaRight" fmla="*/ 100800 w 100080"/>
                <a:gd name="textAreaTop" fmla="*/ 0 h 100440"/>
                <a:gd name="textAreaBottom" fmla="*/ 100800 h 10044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515;p49"/>
            <p:cNvSpPr/>
            <p:nvPr/>
          </p:nvSpPr>
          <p:spPr>
            <a:xfrm flipH="1">
              <a:off x="808920" y="555480"/>
              <a:ext cx="121320" cy="103320"/>
            </a:xfrm>
            <a:custGeom>
              <a:avLst/>
              <a:gdLst>
                <a:gd name="textAreaLeft" fmla="*/ -360 w 121320"/>
                <a:gd name="textAreaRight" fmla="*/ 121320 w 12132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840" bIns="51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019160" y="808560"/>
            <a:ext cx="35524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7" name="Google Shape;518;p49"/>
          <p:cNvSpPr/>
          <p:nvPr/>
        </p:nvSpPr>
        <p:spPr>
          <a:xfrm>
            <a:off x="1019160" y="3813120"/>
            <a:ext cx="3422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900" b="0" u="none" strike="noStrik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CREDITS: This presentation template was created by </a:t>
            </a:r>
            <a:r>
              <a:rPr lang="en" sz="900" b="0" u="sng" strike="noStrike">
                <a:solidFill>
                  <a:srgbClr val="434343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lang="en" sz="900" b="0" u="none" strike="noStrik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, including icons, infographics &amp; images by </a:t>
            </a:r>
            <a:r>
              <a:rPr lang="en" sz="900" b="0" u="sng" strike="noStrike">
                <a:solidFill>
                  <a:srgbClr val="434343"/>
                </a:solidFill>
                <a:effectLst/>
                <a:uFillTx/>
                <a:latin typeface="Montserrat"/>
                <a:ea typeface="Montserrat"/>
                <a:hlinkClick r:id="rId3"/>
              </a:rPr>
              <a:t>Freepik</a:t>
            </a:r>
            <a:r>
              <a:rPr lang="en" sz="900" b="0" u="none" strike="noStrike">
                <a:solidFill>
                  <a:srgbClr val="434343"/>
                </a:solidFill>
                <a:effectLst/>
                <a:uFillTx/>
                <a:latin typeface="Montserrat"/>
                <a:ea typeface="Montserrat"/>
              </a:rPr>
              <a:t> and illustrations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520;p5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49" name="Google Shape;521;p50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0" name="Google Shape;522;p5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51" name="Google Shape;523;p5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524;p5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3" name="Google Shape;525;p5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55" name="Google Shape;40;p6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56" name="Google Shape;41;p6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7" name="Google Shape;42;p6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58" name="Google Shape;43;p6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44;p6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45;p6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527;p51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62" name="Google Shape;528;p51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3" name="Google Shape;529;p51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64" name="Google Shape;530;p51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5" name="Google Shape;531;p51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6" name="Google Shape;532;p51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67" name="Google Shape;533;p51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68" name="Google Shape;534;p51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69" name="Google Shape;535;p51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70" name="Google Shape;536;p51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71" name="Google Shape;537;p51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538;p51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539;p51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74" name="Google Shape;540;p51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  <p:grpSp>
        <p:nvGrpSpPr>
          <p:cNvPr id="375" name="Google Shape;541;p51"/>
          <p:cNvGrpSpPr/>
          <p:nvPr/>
        </p:nvGrpSpPr>
        <p:grpSpPr>
          <a:xfrm>
            <a:off x="156960" y="405360"/>
            <a:ext cx="8986680" cy="4748040"/>
            <a:chOff x="156960" y="405360"/>
            <a:chExt cx="8986680" cy="4748040"/>
          </a:xfrm>
        </p:grpSpPr>
        <p:grpSp>
          <p:nvGrpSpPr>
            <p:cNvPr id="376" name="Google Shape;542;p51"/>
            <p:cNvGrpSpPr/>
            <p:nvPr/>
          </p:nvGrpSpPr>
          <p:grpSpPr>
            <a:xfrm>
              <a:off x="156960" y="407520"/>
              <a:ext cx="8986680" cy="342720"/>
              <a:chOff x="156960" y="407520"/>
              <a:chExt cx="8986680" cy="342720"/>
            </a:xfrm>
          </p:grpSpPr>
          <p:sp>
            <p:nvSpPr>
              <p:cNvPr id="377" name="Google Shape;543;p51"/>
              <p:cNvSpPr/>
              <p:nvPr/>
            </p:nvSpPr>
            <p:spPr>
              <a:xfrm>
                <a:off x="156960" y="407520"/>
                <a:ext cx="8986680" cy="342720"/>
              </a:xfrm>
              <a:custGeom>
                <a:avLst/>
                <a:gdLst>
                  <a:gd name="textAreaLeft" fmla="*/ 0 w 8986680"/>
                  <a:gd name="textAreaRight" fmla="*/ 8987040 w 898668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78" name="Google Shape;544;p51"/>
              <p:cNvGrpSpPr/>
              <p:nvPr/>
            </p:nvGrpSpPr>
            <p:grpSpPr>
              <a:xfrm>
                <a:off x="370440" y="518760"/>
                <a:ext cx="635400" cy="120240"/>
                <a:chOff x="370440" y="518760"/>
                <a:chExt cx="635400" cy="120240"/>
              </a:xfrm>
            </p:grpSpPr>
            <p:sp>
              <p:nvSpPr>
                <p:cNvPr id="379" name="Google Shape;545;p51"/>
                <p:cNvSpPr/>
                <p:nvPr/>
              </p:nvSpPr>
              <p:spPr>
                <a:xfrm>
                  <a:off x="3704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0" name="Google Shape;546;p51"/>
                <p:cNvSpPr/>
                <p:nvPr/>
              </p:nvSpPr>
              <p:spPr>
                <a:xfrm>
                  <a:off x="62892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1" name="Google Shape;547;p51"/>
                <p:cNvSpPr/>
                <p:nvPr/>
              </p:nvSpPr>
              <p:spPr>
                <a:xfrm>
                  <a:off x="8870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82" name="Google Shape;548;p51"/>
            <p:cNvCxnSpPr/>
            <p:nvPr/>
          </p:nvCxnSpPr>
          <p:spPr>
            <a:xfrm>
              <a:off x="156960" y="405360"/>
              <a:ext cx="360" cy="47484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714240" y="1068840"/>
            <a:ext cx="3001680" cy="46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2321640" y="2019960"/>
            <a:ext cx="4040640" cy="179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3517200" y="756360"/>
            <a:ext cx="4912200" cy="110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86" name="Google Shape;54;p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87" name="Google Shape;55;p9"/>
            <p:cNvSpPr/>
            <p:nvPr/>
          </p:nvSpPr>
          <p:spPr>
            <a:xfrm>
              <a:off x="0" y="0"/>
              <a:ext cx="9143640" cy="34272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342720"/>
                <a:gd name="textAreaBottom" fmla="*/ 343080 h 342720"/>
              </a:gdLst>
              <a:ahLst/>
              <a:cxnLst/>
              <a:rect l="textAreaLeft" t="textAreaTop" r="textAreaRight" b="textAreaBottom"/>
              <a:pathLst>
                <a:path w="43778" h="1407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88" name="Google Shape;56;p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89" name="Google Shape;57;p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58;p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59;p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92" name="Google Shape;60;p9"/>
          <p:cNvGrpSpPr/>
          <p:nvPr/>
        </p:nvGrpSpPr>
        <p:grpSpPr>
          <a:xfrm>
            <a:off x="66600" y="204480"/>
            <a:ext cx="9077040" cy="4938840"/>
            <a:chOff x="66600" y="204480"/>
            <a:chExt cx="9077040" cy="4938840"/>
          </a:xfrm>
        </p:grpSpPr>
        <p:grpSp>
          <p:nvGrpSpPr>
            <p:cNvPr id="393" name="Google Shape;61;p9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94" name="Google Shape;62;p9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avLst/>
                <a:gdLst>
                  <a:gd name="textAreaLeft" fmla="*/ 0 w 9077040"/>
                  <a:gd name="textAreaRight" fmla="*/ 9077400 w 907704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43778" h="1407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95" name="Google Shape;63;p9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96" name="Google Shape;64;p9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7" name="Google Shape;65;p9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8" name="Google Shape;66;p9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cxnSp>
          <p:nvCxnSpPr>
            <p:cNvPr id="399" name="Google Shape;67;p9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ln w="9525">
              <a:solidFill>
                <a:srgbClr val="7EACEC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139280" y="3267000"/>
            <a:ext cx="4290480" cy="117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563;p57"/>
          <p:cNvSpPr/>
          <p:nvPr/>
        </p:nvSpPr>
        <p:spPr>
          <a:xfrm>
            <a:off x="7714440" y="1026360"/>
            <a:ext cx="664920" cy="660960"/>
          </a:xfrm>
          <a:custGeom>
            <a:avLst/>
            <a:gdLst>
              <a:gd name="textAreaLeft" fmla="*/ 0 w 664920"/>
              <a:gd name="textAreaRight" fmla="*/ 665280 w 664920"/>
              <a:gd name="textAreaTop" fmla="*/ 0 h 660960"/>
              <a:gd name="textAreaBottom" fmla="*/ 661320 h 660960"/>
            </a:gdLst>
            <a:ahLst/>
            <a:cxnLst/>
            <a:rect l="textAreaLeft" t="textAreaTop" r="textAreaRight" b="textAreaBottom"/>
            <a:pathLst>
              <a:path w="9148" h="9094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3" name="Google Shape;564;p57"/>
          <p:cNvSpPr/>
          <p:nvPr/>
        </p:nvSpPr>
        <p:spPr>
          <a:xfrm>
            <a:off x="4922280" y="945720"/>
            <a:ext cx="3888720" cy="3214080"/>
          </a:xfrm>
          <a:custGeom>
            <a:avLst/>
            <a:gdLst>
              <a:gd name="textAreaLeft" fmla="*/ 0 w 3888720"/>
              <a:gd name="textAreaRight" fmla="*/ 3889080 w 3888720"/>
              <a:gd name="textAreaTop" fmla="*/ 0 h 3214080"/>
              <a:gd name="textAreaBottom" fmla="*/ 3214440 h 3214080"/>
            </a:gdLst>
            <a:ahLst/>
            <a:cxnLst/>
            <a:rect l="textAreaLeft" t="textAreaTop" r="textAreaRight" b="textAreaBottom"/>
            <a:pathLst>
              <a:path w="42729" h="35317">
                <a:moveTo>
                  <a:pt x="19690" y="1"/>
                </a:moveTo>
                <a:cubicBezTo>
                  <a:pt x="18145" y="1"/>
                  <a:pt x="16885" y="1260"/>
                  <a:pt x="16885" y="2834"/>
                </a:cubicBezTo>
                <a:lnTo>
                  <a:pt x="16885" y="6898"/>
                </a:lnTo>
                <a:cubicBezTo>
                  <a:pt x="16885" y="7356"/>
                  <a:pt x="16513" y="7728"/>
                  <a:pt x="16084" y="7728"/>
                </a:cubicBezTo>
                <a:cubicBezTo>
                  <a:pt x="15626" y="7728"/>
                  <a:pt x="15283" y="7356"/>
                  <a:pt x="15283" y="6898"/>
                </a:cubicBezTo>
                <a:lnTo>
                  <a:pt x="15283" y="6383"/>
                </a:lnTo>
                <a:cubicBezTo>
                  <a:pt x="15283" y="4837"/>
                  <a:pt x="14024" y="3607"/>
                  <a:pt x="12507" y="3607"/>
                </a:cubicBezTo>
                <a:cubicBezTo>
                  <a:pt x="10961" y="3607"/>
                  <a:pt x="9702" y="4837"/>
                  <a:pt x="9702" y="6383"/>
                </a:cubicBezTo>
                <a:lnTo>
                  <a:pt x="9702" y="16800"/>
                </a:lnTo>
                <a:cubicBezTo>
                  <a:pt x="9702" y="17201"/>
                  <a:pt x="9387" y="17515"/>
                  <a:pt x="8987" y="17515"/>
                </a:cubicBezTo>
                <a:cubicBezTo>
                  <a:pt x="8615" y="17515"/>
                  <a:pt x="8271" y="17201"/>
                  <a:pt x="8271" y="16800"/>
                </a:cubicBezTo>
                <a:lnTo>
                  <a:pt x="8271" y="16113"/>
                </a:lnTo>
                <a:cubicBezTo>
                  <a:pt x="8271" y="15026"/>
                  <a:pt x="7413" y="14138"/>
                  <a:pt x="6325" y="14138"/>
                </a:cubicBezTo>
                <a:cubicBezTo>
                  <a:pt x="5237" y="14138"/>
                  <a:pt x="4350" y="15026"/>
                  <a:pt x="4379" y="16113"/>
                </a:cubicBezTo>
                <a:lnTo>
                  <a:pt x="4379" y="22467"/>
                </a:lnTo>
                <a:cubicBezTo>
                  <a:pt x="4379" y="22839"/>
                  <a:pt x="4035" y="23182"/>
                  <a:pt x="3663" y="23182"/>
                </a:cubicBezTo>
                <a:cubicBezTo>
                  <a:pt x="3263" y="23182"/>
                  <a:pt x="2948" y="22839"/>
                  <a:pt x="2948" y="22467"/>
                </a:cubicBezTo>
                <a:cubicBezTo>
                  <a:pt x="2948" y="21637"/>
                  <a:pt x="2261" y="20978"/>
                  <a:pt x="1460" y="20978"/>
                </a:cubicBezTo>
                <a:cubicBezTo>
                  <a:pt x="658" y="20978"/>
                  <a:pt x="0" y="21637"/>
                  <a:pt x="0" y="22467"/>
                </a:cubicBezTo>
                <a:lnTo>
                  <a:pt x="0" y="35317"/>
                </a:lnTo>
                <a:lnTo>
                  <a:pt x="42729" y="35317"/>
                </a:lnTo>
                <a:lnTo>
                  <a:pt x="42729" y="22839"/>
                </a:lnTo>
                <a:cubicBezTo>
                  <a:pt x="42729" y="21808"/>
                  <a:pt x="41899" y="20978"/>
                  <a:pt x="40897" y="20978"/>
                </a:cubicBezTo>
                <a:cubicBezTo>
                  <a:pt x="39867" y="20978"/>
                  <a:pt x="39037" y="21808"/>
                  <a:pt x="39037" y="22839"/>
                </a:cubicBezTo>
                <a:lnTo>
                  <a:pt x="39037" y="23497"/>
                </a:lnTo>
                <a:cubicBezTo>
                  <a:pt x="39037" y="23955"/>
                  <a:pt x="38665" y="24298"/>
                  <a:pt x="38235" y="24298"/>
                </a:cubicBezTo>
                <a:cubicBezTo>
                  <a:pt x="37806" y="24298"/>
                  <a:pt x="37434" y="23955"/>
                  <a:pt x="37434" y="23497"/>
                </a:cubicBezTo>
                <a:lnTo>
                  <a:pt x="37434" y="10990"/>
                </a:lnTo>
                <a:cubicBezTo>
                  <a:pt x="37434" y="9702"/>
                  <a:pt x="36375" y="8644"/>
                  <a:pt x="35087" y="8644"/>
                </a:cubicBezTo>
                <a:cubicBezTo>
                  <a:pt x="33799" y="8644"/>
                  <a:pt x="32741" y="9702"/>
                  <a:pt x="32741" y="10990"/>
                </a:cubicBezTo>
                <a:lnTo>
                  <a:pt x="32741" y="11763"/>
                </a:lnTo>
                <a:cubicBezTo>
                  <a:pt x="32741" y="12479"/>
                  <a:pt x="32168" y="13022"/>
                  <a:pt x="31481" y="13022"/>
                </a:cubicBezTo>
                <a:cubicBezTo>
                  <a:pt x="30766" y="13022"/>
                  <a:pt x="30222" y="12479"/>
                  <a:pt x="30222" y="11763"/>
                </a:cubicBezTo>
                <a:lnTo>
                  <a:pt x="30222" y="5324"/>
                </a:lnTo>
                <a:cubicBezTo>
                  <a:pt x="30222" y="3807"/>
                  <a:pt x="28963" y="2548"/>
                  <a:pt x="27446" y="2548"/>
                </a:cubicBezTo>
                <a:cubicBezTo>
                  <a:pt x="25901" y="2548"/>
                  <a:pt x="24641" y="3807"/>
                  <a:pt x="24641" y="5324"/>
                </a:cubicBezTo>
                <a:lnTo>
                  <a:pt x="24641" y="5696"/>
                </a:lnTo>
                <a:cubicBezTo>
                  <a:pt x="24641" y="6268"/>
                  <a:pt x="24155" y="6755"/>
                  <a:pt x="23582" y="6755"/>
                </a:cubicBezTo>
                <a:cubicBezTo>
                  <a:pt x="22981" y="6755"/>
                  <a:pt x="22495" y="6268"/>
                  <a:pt x="22495" y="5696"/>
                </a:cubicBezTo>
                <a:lnTo>
                  <a:pt x="22495" y="2834"/>
                </a:lnTo>
                <a:cubicBezTo>
                  <a:pt x="22495" y="1260"/>
                  <a:pt x="21236" y="1"/>
                  <a:pt x="1969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4" name="Google Shape;565;p57"/>
          <p:cNvSpPr/>
          <p:nvPr/>
        </p:nvSpPr>
        <p:spPr>
          <a:xfrm>
            <a:off x="4789440" y="4295520"/>
            <a:ext cx="4081320" cy="88200"/>
          </a:xfrm>
          <a:custGeom>
            <a:avLst/>
            <a:gdLst>
              <a:gd name="textAreaLeft" fmla="*/ 0 w 4081320"/>
              <a:gd name="textAreaRight" fmla="*/ 4081680 w 4081320"/>
              <a:gd name="textAreaTop" fmla="*/ 0 h 88200"/>
              <a:gd name="textAreaBottom" fmla="*/ 88560 h 88200"/>
            </a:gdLst>
            <a:ahLst/>
            <a:cxnLst/>
            <a:rect l="textAreaLeft" t="textAreaTop" r="textAreaRight" b="textAreaBottom"/>
            <a:pathLst>
              <a:path w="44847" h="974">
                <a:moveTo>
                  <a:pt x="659" y="1"/>
                </a:moveTo>
                <a:cubicBezTo>
                  <a:pt x="1" y="1"/>
                  <a:pt x="1" y="974"/>
                  <a:pt x="659" y="974"/>
                </a:cubicBezTo>
                <a:lnTo>
                  <a:pt x="44360" y="974"/>
                </a:lnTo>
                <a:cubicBezTo>
                  <a:pt x="44618" y="974"/>
                  <a:pt x="44847" y="745"/>
                  <a:pt x="44847" y="487"/>
                </a:cubicBezTo>
                <a:cubicBezTo>
                  <a:pt x="44847" y="201"/>
                  <a:pt x="44618" y="1"/>
                  <a:pt x="44360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280" bIns="44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5" name="Google Shape;566;p57"/>
          <p:cNvSpPr/>
          <p:nvPr/>
        </p:nvSpPr>
        <p:spPr>
          <a:xfrm>
            <a:off x="4789440" y="4295520"/>
            <a:ext cx="1784160" cy="91080"/>
          </a:xfrm>
          <a:custGeom>
            <a:avLst/>
            <a:gdLst>
              <a:gd name="textAreaLeft" fmla="*/ 0 w 1784160"/>
              <a:gd name="textAreaRight" fmla="*/ 1784520 w 1784160"/>
              <a:gd name="textAreaTop" fmla="*/ 0 h 91080"/>
              <a:gd name="textAreaBottom" fmla="*/ 91440 h 91080"/>
            </a:gdLst>
            <a:ahLst/>
            <a:cxnLst/>
            <a:rect l="textAreaLeft" t="textAreaTop" r="textAreaRight" b="textAreaBottom"/>
            <a:pathLst>
              <a:path w="19605" h="1003">
                <a:moveTo>
                  <a:pt x="659" y="1"/>
                </a:moveTo>
                <a:cubicBezTo>
                  <a:pt x="1" y="1"/>
                  <a:pt x="1" y="1003"/>
                  <a:pt x="659" y="1003"/>
                </a:cubicBezTo>
                <a:lnTo>
                  <a:pt x="19605" y="1003"/>
                </a:lnTo>
                <a:lnTo>
                  <a:pt x="19605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Google Shape;567;p57"/>
          <p:cNvSpPr/>
          <p:nvPr/>
        </p:nvSpPr>
        <p:spPr>
          <a:xfrm>
            <a:off x="6474960" y="4250160"/>
            <a:ext cx="195120" cy="177480"/>
          </a:xfrm>
          <a:custGeom>
            <a:avLst/>
            <a:gdLst>
              <a:gd name="textAreaLeft" fmla="*/ 0 w 195120"/>
              <a:gd name="textAreaRight" fmla="*/ 195480 w 195120"/>
              <a:gd name="textAreaTop" fmla="*/ 0 h 177480"/>
              <a:gd name="textAreaBottom" fmla="*/ 177840 h 177480"/>
            </a:gdLst>
            <a:ahLst/>
            <a:cxnLst/>
            <a:rect l="textAreaLeft" t="textAreaTop" r="textAreaRight" b="textAreaBottom"/>
            <a:pathLst>
              <a:path w="2147" h="1954">
                <a:moveTo>
                  <a:pt x="1073" y="0"/>
                </a:moveTo>
                <a:cubicBezTo>
                  <a:pt x="823" y="0"/>
                  <a:pt x="573" y="100"/>
                  <a:pt x="372" y="301"/>
                </a:cubicBezTo>
                <a:cubicBezTo>
                  <a:pt x="0" y="673"/>
                  <a:pt x="0" y="1302"/>
                  <a:pt x="372" y="1674"/>
                </a:cubicBezTo>
                <a:cubicBezTo>
                  <a:pt x="573" y="1860"/>
                  <a:pt x="823" y="1953"/>
                  <a:pt x="1073" y="1953"/>
                </a:cubicBezTo>
                <a:cubicBezTo>
                  <a:pt x="1324" y="1953"/>
                  <a:pt x="1574" y="1860"/>
                  <a:pt x="1775" y="1674"/>
                </a:cubicBezTo>
                <a:cubicBezTo>
                  <a:pt x="2147" y="1302"/>
                  <a:pt x="2147" y="673"/>
                  <a:pt x="1775" y="301"/>
                </a:cubicBezTo>
                <a:cubicBezTo>
                  <a:pt x="1574" y="100"/>
                  <a:pt x="1324" y="0"/>
                  <a:pt x="1073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8920" bIns="88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7" name="Google Shape;568;p57"/>
          <p:cNvSpPr/>
          <p:nvPr/>
        </p:nvSpPr>
        <p:spPr>
          <a:xfrm>
            <a:off x="7842600" y="2205000"/>
            <a:ext cx="1380240" cy="1954800"/>
          </a:xfrm>
          <a:custGeom>
            <a:avLst/>
            <a:gdLst>
              <a:gd name="textAreaLeft" fmla="*/ 0 w 1380240"/>
              <a:gd name="textAreaRight" fmla="*/ 1380600 w 1380240"/>
              <a:gd name="textAreaTop" fmla="*/ 0 h 1954800"/>
              <a:gd name="textAreaBottom" fmla="*/ 1955160 h 1954800"/>
            </a:gdLst>
            <a:ahLst/>
            <a:cxnLst/>
            <a:rect l="textAreaLeft" t="textAreaTop" r="textAreaRight" b="textAreaBottom"/>
            <a:pathLst>
              <a:path w="15169" h="21482">
                <a:moveTo>
                  <a:pt x="5892" y="0"/>
                </a:moveTo>
                <a:cubicBezTo>
                  <a:pt x="1137" y="0"/>
                  <a:pt x="0" y="21482"/>
                  <a:pt x="0" y="21482"/>
                </a:cubicBezTo>
                <a:lnTo>
                  <a:pt x="8701" y="21482"/>
                </a:lnTo>
                <a:cubicBezTo>
                  <a:pt x="8701" y="21482"/>
                  <a:pt x="15168" y="2364"/>
                  <a:pt x="12020" y="1706"/>
                </a:cubicBezTo>
                <a:cubicBezTo>
                  <a:pt x="11914" y="1683"/>
                  <a:pt x="11808" y="1672"/>
                  <a:pt x="11704" y="1672"/>
                </a:cubicBezTo>
                <a:cubicBezTo>
                  <a:pt x="8733" y="1672"/>
                  <a:pt x="6560" y="10641"/>
                  <a:pt x="6443" y="10641"/>
                </a:cubicBezTo>
                <a:cubicBezTo>
                  <a:pt x="6442" y="10641"/>
                  <a:pt x="6440" y="10639"/>
                  <a:pt x="6440" y="10635"/>
                </a:cubicBezTo>
                <a:cubicBezTo>
                  <a:pt x="6382" y="10320"/>
                  <a:pt x="9216" y="447"/>
                  <a:pt x="6125" y="17"/>
                </a:cubicBezTo>
                <a:cubicBezTo>
                  <a:pt x="6046" y="6"/>
                  <a:pt x="5969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569;p57"/>
          <p:cNvSpPr/>
          <p:nvPr/>
        </p:nvSpPr>
        <p:spPr>
          <a:xfrm>
            <a:off x="5552640" y="1893960"/>
            <a:ext cx="2760840" cy="1791720"/>
          </a:xfrm>
          <a:custGeom>
            <a:avLst/>
            <a:gdLst>
              <a:gd name="textAreaLeft" fmla="*/ 0 w 2760840"/>
              <a:gd name="textAreaRight" fmla="*/ 2761200 w 2760840"/>
              <a:gd name="textAreaTop" fmla="*/ 0 h 1791720"/>
              <a:gd name="textAreaBottom" fmla="*/ 1792080 h 1791720"/>
            </a:gdLst>
            <a:ahLst/>
            <a:cxnLst/>
            <a:rect l="textAreaLeft" t="textAreaTop" r="textAreaRight" b="textAreaBottom"/>
            <a:pathLst>
              <a:path w="30338" h="19691">
                <a:moveTo>
                  <a:pt x="3292" y="1"/>
                </a:moveTo>
                <a:cubicBezTo>
                  <a:pt x="1461" y="1"/>
                  <a:pt x="1" y="1461"/>
                  <a:pt x="1" y="3264"/>
                </a:cubicBezTo>
                <a:lnTo>
                  <a:pt x="1" y="16400"/>
                </a:lnTo>
                <a:cubicBezTo>
                  <a:pt x="1" y="18203"/>
                  <a:pt x="1461" y="19691"/>
                  <a:pt x="3292" y="19691"/>
                </a:cubicBezTo>
                <a:lnTo>
                  <a:pt x="27075" y="19691"/>
                </a:lnTo>
                <a:cubicBezTo>
                  <a:pt x="28878" y="19691"/>
                  <a:pt x="30337" y="18203"/>
                  <a:pt x="30337" y="16400"/>
                </a:cubicBezTo>
                <a:lnTo>
                  <a:pt x="30337" y="3264"/>
                </a:lnTo>
                <a:cubicBezTo>
                  <a:pt x="30337" y="1461"/>
                  <a:pt x="28878" y="1"/>
                  <a:pt x="27075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570;p57"/>
          <p:cNvSpPr/>
          <p:nvPr/>
        </p:nvSpPr>
        <p:spPr>
          <a:xfrm>
            <a:off x="5672520" y="1998360"/>
            <a:ext cx="2523600" cy="1442880"/>
          </a:xfrm>
          <a:custGeom>
            <a:avLst/>
            <a:gdLst>
              <a:gd name="textAreaLeft" fmla="*/ 0 w 2523600"/>
              <a:gd name="textAreaRight" fmla="*/ 2523960 w 2523600"/>
              <a:gd name="textAreaTop" fmla="*/ 0 h 1442880"/>
              <a:gd name="textAreaBottom" fmla="*/ 1443240 h 1442880"/>
            </a:gdLst>
            <a:ahLst/>
            <a:cxnLst/>
            <a:rect l="textAreaLeft" t="textAreaTop" r="textAreaRight" b="textAreaBottom"/>
            <a:pathLst>
              <a:path w="27733" h="15856">
                <a:moveTo>
                  <a:pt x="0" y="1"/>
                </a:moveTo>
                <a:lnTo>
                  <a:pt x="0" y="15856"/>
                </a:lnTo>
                <a:lnTo>
                  <a:pt x="27732" y="15856"/>
                </a:lnTo>
                <a:lnTo>
                  <a:pt x="27732" y="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571;p57"/>
          <p:cNvSpPr/>
          <p:nvPr/>
        </p:nvSpPr>
        <p:spPr>
          <a:xfrm>
            <a:off x="6430680" y="3686040"/>
            <a:ext cx="1005120" cy="291600"/>
          </a:xfrm>
          <a:custGeom>
            <a:avLst/>
            <a:gdLst>
              <a:gd name="textAreaLeft" fmla="*/ 0 w 1005120"/>
              <a:gd name="textAreaRight" fmla="*/ 1005480 w 1005120"/>
              <a:gd name="textAreaTop" fmla="*/ 0 h 291600"/>
              <a:gd name="textAreaBottom" fmla="*/ 291960 h 291600"/>
            </a:gdLst>
            <a:ahLst/>
            <a:cxnLst/>
            <a:rect l="textAreaLeft" t="textAreaTop" r="textAreaRight" b="textAreaBottom"/>
            <a:pathLst>
              <a:path w="11048" h="3207">
                <a:moveTo>
                  <a:pt x="1" y="1"/>
                </a:moveTo>
                <a:lnTo>
                  <a:pt x="1" y="3206"/>
                </a:lnTo>
                <a:lnTo>
                  <a:pt x="11048" y="3206"/>
                </a:lnTo>
                <a:lnTo>
                  <a:pt x="11048" y="1"/>
                </a:lnTo>
                <a:close/>
              </a:path>
            </a:pathLst>
          </a:custGeom>
          <a:solidFill>
            <a:srgbClr val="E3E9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572;p57"/>
          <p:cNvSpPr/>
          <p:nvPr/>
        </p:nvSpPr>
        <p:spPr>
          <a:xfrm>
            <a:off x="6144120" y="3957120"/>
            <a:ext cx="1578240" cy="203040"/>
          </a:xfrm>
          <a:custGeom>
            <a:avLst/>
            <a:gdLst>
              <a:gd name="textAreaLeft" fmla="*/ 0 w 1578240"/>
              <a:gd name="textAreaRight" fmla="*/ 1578600 w 1578240"/>
              <a:gd name="textAreaTop" fmla="*/ 0 h 203040"/>
              <a:gd name="textAreaBottom" fmla="*/ 203400 h 203040"/>
            </a:gdLst>
            <a:ahLst/>
            <a:cxnLst/>
            <a:rect l="textAreaLeft" t="textAreaTop" r="textAreaRight" b="textAreaBottom"/>
            <a:pathLst>
              <a:path w="17344" h="2233">
                <a:moveTo>
                  <a:pt x="2261" y="0"/>
                </a:moveTo>
                <a:cubicBezTo>
                  <a:pt x="1031" y="0"/>
                  <a:pt x="1" y="1002"/>
                  <a:pt x="29" y="2233"/>
                </a:cubicBezTo>
                <a:lnTo>
                  <a:pt x="17344" y="2233"/>
                </a:lnTo>
                <a:cubicBezTo>
                  <a:pt x="17344" y="1002"/>
                  <a:pt x="16342" y="0"/>
                  <a:pt x="151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573;p57"/>
          <p:cNvSpPr/>
          <p:nvPr/>
        </p:nvSpPr>
        <p:spPr>
          <a:xfrm>
            <a:off x="6248160" y="3631320"/>
            <a:ext cx="1382760" cy="106560"/>
          </a:xfrm>
          <a:custGeom>
            <a:avLst/>
            <a:gdLst>
              <a:gd name="textAreaLeft" fmla="*/ 0 w 1382760"/>
              <a:gd name="textAreaRight" fmla="*/ 1383120 w 1382760"/>
              <a:gd name="textAreaTop" fmla="*/ 0 h 106560"/>
              <a:gd name="textAreaBottom" fmla="*/ 106920 h 106560"/>
            </a:gdLst>
            <a:ahLst/>
            <a:cxnLst/>
            <a:rect l="textAreaLeft" t="textAreaTop" r="textAreaRight" b="textAreaBottom"/>
            <a:pathLst>
              <a:path w="15198" h="1175">
                <a:moveTo>
                  <a:pt x="716" y="1"/>
                </a:moveTo>
                <a:cubicBezTo>
                  <a:pt x="0" y="58"/>
                  <a:pt x="0" y="1117"/>
                  <a:pt x="716" y="1174"/>
                </a:cubicBezTo>
                <a:lnTo>
                  <a:pt x="14482" y="1174"/>
                </a:lnTo>
                <a:cubicBezTo>
                  <a:pt x="15197" y="1117"/>
                  <a:pt x="15197" y="58"/>
                  <a:pt x="1448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280" bIns="53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Google Shape;574;p57"/>
          <p:cNvSpPr/>
          <p:nvPr/>
        </p:nvSpPr>
        <p:spPr>
          <a:xfrm>
            <a:off x="5302800" y="3798000"/>
            <a:ext cx="663840" cy="361800"/>
          </a:xfrm>
          <a:custGeom>
            <a:avLst/>
            <a:gdLst>
              <a:gd name="textAreaLeft" fmla="*/ 0 w 663840"/>
              <a:gd name="textAreaRight" fmla="*/ 664200 w 663840"/>
              <a:gd name="textAreaTop" fmla="*/ 0 h 361800"/>
              <a:gd name="textAreaBottom" fmla="*/ 362160 h 361800"/>
            </a:gdLst>
            <a:ahLst/>
            <a:cxnLst/>
            <a:rect l="textAreaLeft" t="textAreaTop" r="textAreaRight" b="textAreaBottom"/>
            <a:pathLst>
              <a:path w="7299" h="3979">
                <a:moveTo>
                  <a:pt x="1031" y="1"/>
                </a:moveTo>
                <a:cubicBezTo>
                  <a:pt x="487" y="1"/>
                  <a:pt x="1" y="458"/>
                  <a:pt x="1" y="1031"/>
                </a:cubicBezTo>
                <a:cubicBezTo>
                  <a:pt x="1" y="2662"/>
                  <a:pt x="1346" y="3979"/>
                  <a:pt x="2977" y="3979"/>
                </a:cubicBezTo>
                <a:lnTo>
                  <a:pt x="4322" y="3979"/>
                </a:lnTo>
                <a:cubicBezTo>
                  <a:pt x="5982" y="3979"/>
                  <a:pt x="7298" y="2662"/>
                  <a:pt x="7298" y="1031"/>
                </a:cubicBezTo>
                <a:cubicBezTo>
                  <a:pt x="7298" y="458"/>
                  <a:pt x="6841" y="1"/>
                  <a:pt x="6268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4" name="Google Shape;575;p57"/>
          <p:cNvSpPr/>
          <p:nvPr/>
        </p:nvSpPr>
        <p:spPr>
          <a:xfrm>
            <a:off x="5237640" y="3256200"/>
            <a:ext cx="802080" cy="541800"/>
          </a:xfrm>
          <a:custGeom>
            <a:avLst/>
            <a:gdLst>
              <a:gd name="textAreaLeft" fmla="*/ 0 w 802080"/>
              <a:gd name="textAreaRight" fmla="*/ 802440 w 802080"/>
              <a:gd name="textAreaTop" fmla="*/ 0 h 541800"/>
              <a:gd name="textAreaBottom" fmla="*/ 542160 h 541800"/>
            </a:gdLst>
            <a:ahLst/>
            <a:cxnLst/>
            <a:rect l="textAreaLeft" t="textAreaTop" r="textAreaRight" b="textAreaBottom"/>
            <a:pathLst>
              <a:path w="8815" h="5956">
                <a:moveTo>
                  <a:pt x="4624" y="1"/>
                </a:moveTo>
                <a:cubicBezTo>
                  <a:pt x="4609" y="1"/>
                  <a:pt x="4594" y="2"/>
                  <a:pt x="4579" y="3"/>
                </a:cubicBezTo>
                <a:cubicBezTo>
                  <a:pt x="3492" y="60"/>
                  <a:pt x="3492" y="2951"/>
                  <a:pt x="3492" y="2951"/>
                </a:cubicBezTo>
                <a:cubicBezTo>
                  <a:pt x="3492" y="2951"/>
                  <a:pt x="2695" y="1756"/>
                  <a:pt x="2081" y="1756"/>
                </a:cubicBezTo>
                <a:cubicBezTo>
                  <a:pt x="1923" y="1756"/>
                  <a:pt x="1777" y="1835"/>
                  <a:pt x="1660" y="2035"/>
                </a:cubicBezTo>
                <a:cubicBezTo>
                  <a:pt x="1240" y="2714"/>
                  <a:pt x="1630" y="3394"/>
                  <a:pt x="1904" y="3742"/>
                </a:cubicBezTo>
                <a:lnTo>
                  <a:pt x="1904" y="3742"/>
                </a:lnTo>
                <a:cubicBezTo>
                  <a:pt x="1716" y="3560"/>
                  <a:pt x="1428" y="3341"/>
                  <a:pt x="1125" y="3341"/>
                </a:cubicBezTo>
                <a:cubicBezTo>
                  <a:pt x="959" y="3341"/>
                  <a:pt x="789" y="3407"/>
                  <a:pt x="630" y="3580"/>
                </a:cubicBezTo>
                <a:cubicBezTo>
                  <a:pt x="0" y="4296"/>
                  <a:pt x="2375" y="5927"/>
                  <a:pt x="2375" y="5927"/>
                </a:cubicBezTo>
                <a:lnTo>
                  <a:pt x="5924" y="5956"/>
                </a:lnTo>
                <a:cubicBezTo>
                  <a:pt x="5924" y="5956"/>
                  <a:pt x="8815" y="3552"/>
                  <a:pt x="8099" y="3094"/>
                </a:cubicBezTo>
                <a:cubicBezTo>
                  <a:pt x="7981" y="3013"/>
                  <a:pt x="7858" y="2980"/>
                  <a:pt x="7734" y="2980"/>
                </a:cubicBezTo>
                <a:cubicBezTo>
                  <a:pt x="7106" y="2980"/>
                  <a:pt x="6468" y="3838"/>
                  <a:pt x="6468" y="3838"/>
                </a:cubicBezTo>
                <a:cubicBezTo>
                  <a:pt x="6468" y="3838"/>
                  <a:pt x="8357" y="1262"/>
                  <a:pt x="7241" y="1062"/>
                </a:cubicBezTo>
                <a:cubicBezTo>
                  <a:pt x="7183" y="1050"/>
                  <a:pt x="7125" y="1044"/>
                  <a:pt x="7069" y="1044"/>
                </a:cubicBezTo>
                <a:cubicBezTo>
                  <a:pt x="6038" y="1044"/>
                  <a:pt x="5266" y="2922"/>
                  <a:pt x="5266" y="2922"/>
                </a:cubicBezTo>
                <a:cubicBezTo>
                  <a:pt x="5266" y="2922"/>
                  <a:pt x="5655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5" name="Google Shape;576;p57"/>
          <p:cNvSpPr/>
          <p:nvPr/>
        </p:nvSpPr>
        <p:spPr>
          <a:xfrm>
            <a:off x="4714200" y="4133160"/>
            <a:ext cx="4217040" cy="55440"/>
          </a:xfrm>
          <a:custGeom>
            <a:avLst/>
            <a:gdLst>
              <a:gd name="textAreaLeft" fmla="*/ 0 w 4217040"/>
              <a:gd name="textAreaRight" fmla="*/ 4217400 w 421704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46336" h="612">
                <a:moveTo>
                  <a:pt x="1060" y="1"/>
                </a:moveTo>
                <a:cubicBezTo>
                  <a:pt x="859" y="1"/>
                  <a:pt x="659" y="4"/>
                  <a:pt x="459" y="13"/>
                </a:cubicBezTo>
                <a:lnTo>
                  <a:pt x="401" y="13"/>
                </a:lnTo>
                <a:cubicBezTo>
                  <a:pt x="1" y="13"/>
                  <a:pt x="1" y="586"/>
                  <a:pt x="401" y="586"/>
                </a:cubicBezTo>
                <a:lnTo>
                  <a:pt x="44103" y="586"/>
                </a:lnTo>
                <a:cubicBezTo>
                  <a:pt x="44484" y="586"/>
                  <a:pt x="44879" y="611"/>
                  <a:pt x="45277" y="611"/>
                </a:cubicBezTo>
                <a:cubicBezTo>
                  <a:pt x="45477" y="611"/>
                  <a:pt x="45677" y="605"/>
                  <a:pt x="45877" y="586"/>
                </a:cubicBezTo>
                <a:lnTo>
                  <a:pt x="45963" y="586"/>
                </a:lnTo>
                <a:cubicBezTo>
                  <a:pt x="46335" y="586"/>
                  <a:pt x="46335" y="13"/>
                  <a:pt x="45963" y="13"/>
                </a:cubicBezTo>
                <a:lnTo>
                  <a:pt x="2262" y="13"/>
                </a:lnTo>
                <a:cubicBezTo>
                  <a:pt x="1861" y="13"/>
                  <a:pt x="1460" y="1"/>
                  <a:pt x="106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6" name="Google Shape;577;p57"/>
          <p:cNvGrpSpPr/>
          <p:nvPr/>
        </p:nvGrpSpPr>
        <p:grpSpPr>
          <a:xfrm>
            <a:off x="6152040" y="2100600"/>
            <a:ext cx="1578240" cy="1284480"/>
            <a:chOff x="6152040" y="2100600"/>
            <a:chExt cx="1578240" cy="1284480"/>
          </a:xfrm>
        </p:grpSpPr>
        <p:sp>
          <p:nvSpPr>
            <p:cNvPr id="417" name="Google Shape;578;p57"/>
            <p:cNvSpPr/>
            <p:nvPr/>
          </p:nvSpPr>
          <p:spPr>
            <a:xfrm>
              <a:off x="7153200" y="2128320"/>
              <a:ext cx="356760" cy="212400"/>
            </a:xfrm>
            <a:custGeom>
              <a:avLst/>
              <a:gdLst>
                <a:gd name="textAreaLeft" fmla="*/ 0 w 356760"/>
                <a:gd name="textAreaRight" fmla="*/ 357120 w 356760"/>
                <a:gd name="textAreaTop" fmla="*/ 0 h 212400"/>
                <a:gd name="textAreaBottom" fmla="*/ 212760 h 212400"/>
              </a:gdLst>
              <a:ahLst/>
              <a:cxnLst/>
              <a:rect l="textAreaLeft" t="textAreaTop" r="textAreaRight" b="textAreaBottom"/>
              <a:pathLst>
                <a:path w="11246" h="6701">
                  <a:moveTo>
                    <a:pt x="7977" y="2830"/>
                  </a:moveTo>
                  <a:cubicBezTo>
                    <a:pt x="9146" y="3597"/>
                    <a:pt x="10917" y="4272"/>
                    <a:pt x="11190" y="5787"/>
                  </a:cubicBezTo>
                  <a:cubicBezTo>
                    <a:pt x="11245" y="6079"/>
                    <a:pt x="11209" y="6390"/>
                    <a:pt x="11117" y="6700"/>
                  </a:cubicBezTo>
                  <a:cubicBezTo>
                    <a:pt x="7485" y="4875"/>
                    <a:pt x="3706" y="3159"/>
                    <a:pt x="0" y="1406"/>
                  </a:cubicBezTo>
                  <a:cubicBezTo>
                    <a:pt x="164" y="968"/>
                    <a:pt x="511" y="639"/>
                    <a:pt x="931" y="493"/>
                  </a:cubicBezTo>
                  <a:cubicBezTo>
                    <a:pt x="2209" y="0"/>
                    <a:pt x="3907" y="968"/>
                    <a:pt x="4911" y="1333"/>
                  </a:cubicBezTo>
                  <a:cubicBezTo>
                    <a:pt x="5257" y="767"/>
                    <a:pt x="5714" y="329"/>
                    <a:pt x="6499" y="329"/>
                  </a:cubicBezTo>
                  <a:cubicBezTo>
                    <a:pt x="7722" y="366"/>
                    <a:pt x="8525" y="1570"/>
                    <a:pt x="7977" y="283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579;p57"/>
            <p:cNvSpPr/>
            <p:nvPr/>
          </p:nvSpPr>
          <p:spPr>
            <a:xfrm>
              <a:off x="7317720" y="2164320"/>
              <a:ext cx="90000" cy="7740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2849" h="2447">
                  <a:moveTo>
                    <a:pt x="1516" y="19"/>
                  </a:moveTo>
                  <a:cubicBezTo>
                    <a:pt x="2848" y="55"/>
                    <a:pt x="2319" y="2446"/>
                    <a:pt x="1004" y="1935"/>
                  </a:cubicBezTo>
                  <a:cubicBezTo>
                    <a:pt x="0" y="1552"/>
                    <a:pt x="585" y="0"/>
                    <a:pt x="1516" y="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580;p57"/>
            <p:cNvSpPr/>
            <p:nvPr/>
          </p:nvSpPr>
          <p:spPr>
            <a:xfrm>
              <a:off x="6630840" y="2111040"/>
              <a:ext cx="972000" cy="1124280"/>
            </a:xfrm>
            <a:custGeom>
              <a:avLst/>
              <a:gdLst>
                <a:gd name="textAreaLeft" fmla="*/ 0 w 972000"/>
                <a:gd name="textAreaRight" fmla="*/ 972360 w 972000"/>
                <a:gd name="textAreaTop" fmla="*/ 0 h 1124280"/>
                <a:gd name="textAreaBottom" fmla="*/ 1124640 h 1124280"/>
              </a:gdLst>
              <a:ahLst/>
              <a:cxnLst/>
              <a:rect l="textAreaLeft" t="textAreaTop" r="textAreaRight" b="textAreaBottom"/>
              <a:pathLst>
                <a:path w="30614" h="35416">
                  <a:moveTo>
                    <a:pt x="9274" y="4948"/>
                  </a:moveTo>
                  <a:cubicBezTo>
                    <a:pt x="9456" y="4473"/>
                    <a:pt x="9767" y="3761"/>
                    <a:pt x="10095" y="3068"/>
                  </a:cubicBezTo>
                  <a:cubicBezTo>
                    <a:pt x="10771" y="1644"/>
                    <a:pt x="11337" y="1"/>
                    <a:pt x="12614" y="56"/>
                  </a:cubicBezTo>
                  <a:cubicBezTo>
                    <a:pt x="13235" y="92"/>
                    <a:pt x="14075" y="402"/>
                    <a:pt x="14896" y="731"/>
                  </a:cubicBezTo>
                  <a:cubicBezTo>
                    <a:pt x="15718" y="1041"/>
                    <a:pt x="16466" y="1461"/>
                    <a:pt x="17215" y="1808"/>
                  </a:cubicBezTo>
                  <a:cubicBezTo>
                    <a:pt x="20482" y="3378"/>
                    <a:pt x="22837" y="4820"/>
                    <a:pt x="26233" y="6317"/>
                  </a:cubicBezTo>
                  <a:cubicBezTo>
                    <a:pt x="26981" y="6646"/>
                    <a:pt x="27748" y="7047"/>
                    <a:pt x="28478" y="7431"/>
                  </a:cubicBezTo>
                  <a:cubicBezTo>
                    <a:pt x="29482" y="7978"/>
                    <a:pt x="30559" y="8471"/>
                    <a:pt x="30596" y="9347"/>
                  </a:cubicBezTo>
                  <a:cubicBezTo>
                    <a:pt x="30614" y="9767"/>
                    <a:pt x="30267" y="10333"/>
                    <a:pt x="30048" y="10917"/>
                  </a:cubicBezTo>
                  <a:cubicBezTo>
                    <a:pt x="29811" y="11501"/>
                    <a:pt x="29500" y="12031"/>
                    <a:pt x="29281" y="12506"/>
                  </a:cubicBezTo>
                  <a:cubicBezTo>
                    <a:pt x="28734" y="13637"/>
                    <a:pt x="28223" y="14678"/>
                    <a:pt x="27766" y="15645"/>
                  </a:cubicBezTo>
                  <a:cubicBezTo>
                    <a:pt x="26653" y="17964"/>
                    <a:pt x="25813" y="19990"/>
                    <a:pt x="24845" y="22199"/>
                  </a:cubicBezTo>
                  <a:cubicBezTo>
                    <a:pt x="23933" y="24298"/>
                    <a:pt x="23056" y="26562"/>
                    <a:pt x="22016" y="28771"/>
                  </a:cubicBezTo>
                  <a:cubicBezTo>
                    <a:pt x="21121" y="30651"/>
                    <a:pt x="20263" y="33353"/>
                    <a:pt x="18876" y="34503"/>
                  </a:cubicBezTo>
                  <a:cubicBezTo>
                    <a:pt x="17762" y="35416"/>
                    <a:pt x="16247" y="34850"/>
                    <a:pt x="14458" y="34138"/>
                  </a:cubicBezTo>
                  <a:cubicBezTo>
                    <a:pt x="10935" y="32732"/>
                    <a:pt x="7886" y="31016"/>
                    <a:pt x="4637" y="29483"/>
                  </a:cubicBezTo>
                  <a:cubicBezTo>
                    <a:pt x="3870" y="29118"/>
                    <a:pt x="2958" y="28734"/>
                    <a:pt x="2154" y="28333"/>
                  </a:cubicBezTo>
                  <a:cubicBezTo>
                    <a:pt x="1223" y="27876"/>
                    <a:pt x="329" y="27347"/>
                    <a:pt x="164" y="26781"/>
                  </a:cubicBezTo>
                  <a:cubicBezTo>
                    <a:pt x="0" y="26233"/>
                    <a:pt x="457" y="25138"/>
                    <a:pt x="876" y="24207"/>
                  </a:cubicBezTo>
                  <a:cubicBezTo>
                    <a:pt x="1296" y="23221"/>
                    <a:pt x="1753" y="22308"/>
                    <a:pt x="2136" y="21487"/>
                  </a:cubicBezTo>
                  <a:cubicBezTo>
                    <a:pt x="4637" y="16138"/>
                    <a:pt x="6882" y="10406"/>
                    <a:pt x="9256" y="5003"/>
                  </a:cubicBezTo>
                  <a:cubicBezTo>
                    <a:pt x="9256" y="4984"/>
                    <a:pt x="9274" y="4966"/>
                    <a:pt x="9274" y="4948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581;p57"/>
            <p:cNvSpPr/>
            <p:nvPr/>
          </p:nvSpPr>
          <p:spPr>
            <a:xfrm>
              <a:off x="6723000" y="2775240"/>
              <a:ext cx="37800" cy="5580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1206" h="1771">
                  <a:moveTo>
                    <a:pt x="1206" y="128"/>
                  </a:moveTo>
                  <a:cubicBezTo>
                    <a:pt x="1206" y="420"/>
                    <a:pt x="950" y="876"/>
                    <a:pt x="658" y="1296"/>
                  </a:cubicBezTo>
                  <a:cubicBezTo>
                    <a:pt x="548" y="1479"/>
                    <a:pt x="348" y="1771"/>
                    <a:pt x="165" y="1680"/>
                  </a:cubicBezTo>
                  <a:cubicBezTo>
                    <a:pt x="1" y="1588"/>
                    <a:pt x="129" y="1205"/>
                    <a:pt x="202" y="1077"/>
                  </a:cubicBezTo>
                  <a:cubicBezTo>
                    <a:pt x="384" y="676"/>
                    <a:pt x="640" y="310"/>
                    <a:pt x="968" y="18"/>
                  </a:cubicBezTo>
                  <a:cubicBezTo>
                    <a:pt x="1060" y="0"/>
                    <a:pt x="1151" y="55"/>
                    <a:pt x="1206" y="12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582;p57"/>
            <p:cNvSpPr/>
            <p:nvPr/>
          </p:nvSpPr>
          <p:spPr>
            <a:xfrm>
              <a:off x="6742080" y="2823480"/>
              <a:ext cx="30240" cy="363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968" h="1151">
                  <a:moveTo>
                    <a:pt x="493" y="37"/>
                  </a:moveTo>
                  <a:cubicBezTo>
                    <a:pt x="968" y="165"/>
                    <a:pt x="493" y="1150"/>
                    <a:pt x="146" y="931"/>
                  </a:cubicBezTo>
                  <a:cubicBezTo>
                    <a:pt x="0" y="822"/>
                    <a:pt x="55" y="274"/>
                    <a:pt x="237" y="92"/>
                  </a:cubicBezTo>
                  <a:cubicBezTo>
                    <a:pt x="311" y="19"/>
                    <a:pt x="402" y="0"/>
                    <a:pt x="493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583;p57"/>
            <p:cNvSpPr/>
            <p:nvPr/>
          </p:nvSpPr>
          <p:spPr>
            <a:xfrm>
              <a:off x="6694560" y="2896560"/>
              <a:ext cx="19440" cy="3636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621" h="1151">
                  <a:moveTo>
                    <a:pt x="384" y="37"/>
                  </a:moveTo>
                  <a:cubicBezTo>
                    <a:pt x="566" y="73"/>
                    <a:pt x="621" y="329"/>
                    <a:pt x="566" y="566"/>
                  </a:cubicBezTo>
                  <a:cubicBezTo>
                    <a:pt x="548" y="767"/>
                    <a:pt x="384" y="1150"/>
                    <a:pt x="183" y="1041"/>
                  </a:cubicBezTo>
                  <a:cubicBezTo>
                    <a:pt x="55" y="931"/>
                    <a:pt x="0" y="749"/>
                    <a:pt x="37" y="585"/>
                  </a:cubicBezTo>
                  <a:cubicBezTo>
                    <a:pt x="73" y="329"/>
                    <a:pt x="165" y="0"/>
                    <a:pt x="384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584;p57"/>
            <p:cNvSpPr/>
            <p:nvPr/>
          </p:nvSpPr>
          <p:spPr>
            <a:xfrm>
              <a:off x="6749640" y="2230200"/>
              <a:ext cx="734760" cy="884880"/>
            </a:xfrm>
            <a:custGeom>
              <a:avLst/>
              <a:gdLst>
                <a:gd name="textAreaLeft" fmla="*/ 0 w 734760"/>
                <a:gd name="textAreaRight" fmla="*/ 735120 w 734760"/>
                <a:gd name="textAreaTop" fmla="*/ 0 h 884880"/>
                <a:gd name="textAreaBottom" fmla="*/ 885240 h 884880"/>
              </a:gdLst>
              <a:ahLst/>
              <a:cxnLst/>
              <a:rect l="textAreaLeft" t="textAreaTop" r="textAreaRight" b="textAreaBottom"/>
              <a:pathLst>
                <a:path w="23148" h="27876">
                  <a:moveTo>
                    <a:pt x="7485" y="3962"/>
                  </a:moveTo>
                  <a:cubicBezTo>
                    <a:pt x="7631" y="3597"/>
                    <a:pt x="7887" y="3012"/>
                    <a:pt x="8161" y="2465"/>
                  </a:cubicBezTo>
                  <a:cubicBezTo>
                    <a:pt x="8690" y="1315"/>
                    <a:pt x="9146" y="0"/>
                    <a:pt x="10096" y="0"/>
                  </a:cubicBezTo>
                  <a:cubicBezTo>
                    <a:pt x="10570" y="0"/>
                    <a:pt x="11173" y="219"/>
                    <a:pt x="11757" y="457"/>
                  </a:cubicBezTo>
                  <a:cubicBezTo>
                    <a:pt x="12359" y="676"/>
                    <a:pt x="12907" y="986"/>
                    <a:pt x="13454" y="1260"/>
                  </a:cubicBezTo>
                  <a:cubicBezTo>
                    <a:pt x="15828" y="2392"/>
                    <a:pt x="17544" y="3469"/>
                    <a:pt x="20008" y="4564"/>
                  </a:cubicBezTo>
                  <a:cubicBezTo>
                    <a:pt x="20556" y="4801"/>
                    <a:pt x="21103" y="5093"/>
                    <a:pt x="21633" y="5386"/>
                  </a:cubicBezTo>
                  <a:cubicBezTo>
                    <a:pt x="22381" y="5787"/>
                    <a:pt x="23148" y="6134"/>
                    <a:pt x="23148" y="6846"/>
                  </a:cubicBezTo>
                  <a:cubicBezTo>
                    <a:pt x="23148" y="7175"/>
                    <a:pt x="22874" y="7631"/>
                    <a:pt x="22692" y="8106"/>
                  </a:cubicBezTo>
                  <a:cubicBezTo>
                    <a:pt x="22509" y="8580"/>
                    <a:pt x="22272" y="9000"/>
                    <a:pt x="22089" y="9383"/>
                  </a:cubicBezTo>
                  <a:cubicBezTo>
                    <a:pt x="21651" y="10296"/>
                    <a:pt x="21249" y="11136"/>
                    <a:pt x="20866" y="11921"/>
                  </a:cubicBezTo>
                  <a:cubicBezTo>
                    <a:pt x="19990" y="13783"/>
                    <a:pt x="19314" y="15426"/>
                    <a:pt x="18529" y="17197"/>
                  </a:cubicBezTo>
                  <a:cubicBezTo>
                    <a:pt x="17781" y="18894"/>
                    <a:pt x="17087" y="20720"/>
                    <a:pt x="16248" y="22491"/>
                  </a:cubicBezTo>
                  <a:cubicBezTo>
                    <a:pt x="15536" y="24006"/>
                    <a:pt x="14805" y="26178"/>
                    <a:pt x="13747" y="27127"/>
                  </a:cubicBezTo>
                  <a:cubicBezTo>
                    <a:pt x="12907" y="27876"/>
                    <a:pt x="11793" y="27474"/>
                    <a:pt x="10479" y="26963"/>
                  </a:cubicBezTo>
                  <a:cubicBezTo>
                    <a:pt x="7923" y="25941"/>
                    <a:pt x="5714" y="24663"/>
                    <a:pt x="3341" y="23549"/>
                  </a:cubicBezTo>
                  <a:cubicBezTo>
                    <a:pt x="2775" y="23276"/>
                    <a:pt x="2118" y="23002"/>
                    <a:pt x="1534" y="22691"/>
                  </a:cubicBezTo>
                  <a:cubicBezTo>
                    <a:pt x="858" y="22363"/>
                    <a:pt x="201" y="21979"/>
                    <a:pt x="110" y="21541"/>
                  </a:cubicBezTo>
                  <a:cubicBezTo>
                    <a:pt x="0" y="21103"/>
                    <a:pt x="384" y="20227"/>
                    <a:pt x="712" y="19460"/>
                  </a:cubicBezTo>
                  <a:cubicBezTo>
                    <a:pt x="1041" y="18712"/>
                    <a:pt x="1406" y="17945"/>
                    <a:pt x="1716" y="17288"/>
                  </a:cubicBezTo>
                  <a:cubicBezTo>
                    <a:pt x="3725" y="12980"/>
                    <a:pt x="5550" y="8361"/>
                    <a:pt x="7467" y="3998"/>
                  </a:cubicBezTo>
                  <a:cubicBezTo>
                    <a:pt x="7467" y="3998"/>
                    <a:pt x="7485" y="3980"/>
                    <a:pt x="7485" y="39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585;p57"/>
            <p:cNvSpPr/>
            <p:nvPr/>
          </p:nvSpPr>
          <p:spPr>
            <a:xfrm>
              <a:off x="7053480" y="2279160"/>
              <a:ext cx="84240" cy="79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666" h="2520">
                  <a:moveTo>
                    <a:pt x="749" y="1297"/>
                  </a:moveTo>
                  <a:cubicBezTo>
                    <a:pt x="968" y="1133"/>
                    <a:pt x="1205" y="877"/>
                    <a:pt x="1461" y="658"/>
                  </a:cubicBezTo>
                  <a:cubicBezTo>
                    <a:pt x="1698" y="457"/>
                    <a:pt x="1972" y="147"/>
                    <a:pt x="2264" y="74"/>
                  </a:cubicBezTo>
                  <a:cubicBezTo>
                    <a:pt x="2410" y="19"/>
                    <a:pt x="2574" y="110"/>
                    <a:pt x="2629" y="256"/>
                  </a:cubicBezTo>
                  <a:cubicBezTo>
                    <a:pt x="2665" y="585"/>
                    <a:pt x="1972" y="1187"/>
                    <a:pt x="1826" y="1370"/>
                  </a:cubicBezTo>
                  <a:cubicBezTo>
                    <a:pt x="1552" y="1717"/>
                    <a:pt x="1260" y="2045"/>
                    <a:pt x="931" y="2337"/>
                  </a:cubicBezTo>
                  <a:cubicBezTo>
                    <a:pt x="785" y="2447"/>
                    <a:pt x="621" y="2502"/>
                    <a:pt x="457" y="2520"/>
                  </a:cubicBezTo>
                  <a:cubicBezTo>
                    <a:pt x="0" y="2465"/>
                    <a:pt x="0" y="1498"/>
                    <a:pt x="0" y="950"/>
                  </a:cubicBezTo>
                  <a:cubicBezTo>
                    <a:pt x="0" y="640"/>
                    <a:pt x="37" y="19"/>
                    <a:pt x="329" y="1"/>
                  </a:cubicBezTo>
                  <a:cubicBezTo>
                    <a:pt x="749" y="1"/>
                    <a:pt x="712" y="877"/>
                    <a:pt x="749" y="129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586;p57"/>
            <p:cNvSpPr/>
            <p:nvPr/>
          </p:nvSpPr>
          <p:spPr>
            <a:xfrm>
              <a:off x="6942240" y="2509200"/>
              <a:ext cx="84240" cy="795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666" h="2520">
                  <a:moveTo>
                    <a:pt x="749" y="1278"/>
                  </a:moveTo>
                  <a:cubicBezTo>
                    <a:pt x="968" y="1114"/>
                    <a:pt x="1205" y="876"/>
                    <a:pt x="1461" y="639"/>
                  </a:cubicBezTo>
                  <a:cubicBezTo>
                    <a:pt x="1698" y="456"/>
                    <a:pt x="1972" y="146"/>
                    <a:pt x="2264" y="55"/>
                  </a:cubicBezTo>
                  <a:cubicBezTo>
                    <a:pt x="2410" y="18"/>
                    <a:pt x="2574" y="110"/>
                    <a:pt x="2611" y="256"/>
                  </a:cubicBezTo>
                  <a:cubicBezTo>
                    <a:pt x="2665" y="566"/>
                    <a:pt x="1972" y="1187"/>
                    <a:pt x="1826" y="1351"/>
                  </a:cubicBezTo>
                  <a:cubicBezTo>
                    <a:pt x="1552" y="1716"/>
                    <a:pt x="1260" y="2026"/>
                    <a:pt x="931" y="2318"/>
                  </a:cubicBezTo>
                  <a:cubicBezTo>
                    <a:pt x="785" y="2428"/>
                    <a:pt x="621" y="2501"/>
                    <a:pt x="457" y="2519"/>
                  </a:cubicBezTo>
                  <a:cubicBezTo>
                    <a:pt x="0" y="2464"/>
                    <a:pt x="0" y="1497"/>
                    <a:pt x="0" y="949"/>
                  </a:cubicBezTo>
                  <a:cubicBezTo>
                    <a:pt x="0" y="639"/>
                    <a:pt x="37" y="18"/>
                    <a:pt x="329" y="0"/>
                  </a:cubicBezTo>
                  <a:cubicBezTo>
                    <a:pt x="749" y="0"/>
                    <a:pt x="712" y="876"/>
                    <a:pt x="749" y="127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587;p57"/>
            <p:cNvSpPr/>
            <p:nvPr/>
          </p:nvSpPr>
          <p:spPr>
            <a:xfrm>
              <a:off x="6983280" y="2400840"/>
              <a:ext cx="91800" cy="7668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2903" h="2429">
                  <a:moveTo>
                    <a:pt x="621" y="1406"/>
                  </a:moveTo>
                  <a:cubicBezTo>
                    <a:pt x="895" y="1223"/>
                    <a:pt x="1187" y="931"/>
                    <a:pt x="1534" y="676"/>
                  </a:cubicBezTo>
                  <a:cubicBezTo>
                    <a:pt x="1881" y="420"/>
                    <a:pt x="2209" y="128"/>
                    <a:pt x="2574" y="19"/>
                  </a:cubicBezTo>
                  <a:cubicBezTo>
                    <a:pt x="2702" y="0"/>
                    <a:pt x="2830" y="92"/>
                    <a:pt x="2866" y="219"/>
                  </a:cubicBezTo>
                  <a:cubicBezTo>
                    <a:pt x="2903" y="457"/>
                    <a:pt x="2465" y="785"/>
                    <a:pt x="2373" y="877"/>
                  </a:cubicBezTo>
                  <a:cubicBezTo>
                    <a:pt x="1990" y="1242"/>
                    <a:pt x="1570" y="1570"/>
                    <a:pt x="1150" y="1899"/>
                  </a:cubicBezTo>
                  <a:cubicBezTo>
                    <a:pt x="877" y="2100"/>
                    <a:pt x="365" y="2428"/>
                    <a:pt x="128" y="2008"/>
                  </a:cubicBezTo>
                  <a:cubicBezTo>
                    <a:pt x="0" y="1789"/>
                    <a:pt x="37" y="1260"/>
                    <a:pt x="73" y="895"/>
                  </a:cubicBezTo>
                  <a:cubicBezTo>
                    <a:pt x="110" y="548"/>
                    <a:pt x="219" y="219"/>
                    <a:pt x="457" y="292"/>
                  </a:cubicBezTo>
                  <a:cubicBezTo>
                    <a:pt x="712" y="365"/>
                    <a:pt x="603" y="1041"/>
                    <a:pt x="621" y="14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588;p57"/>
            <p:cNvSpPr/>
            <p:nvPr/>
          </p:nvSpPr>
          <p:spPr>
            <a:xfrm>
              <a:off x="6832440" y="2730600"/>
              <a:ext cx="91440" cy="7668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2886" h="2429">
                  <a:moveTo>
                    <a:pt x="603" y="1406"/>
                  </a:moveTo>
                  <a:cubicBezTo>
                    <a:pt x="877" y="1224"/>
                    <a:pt x="1188" y="913"/>
                    <a:pt x="1516" y="676"/>
                  </a:cubicBezTo>
                  <a:cubicBezTo>
                    <a:pt x="1863" y="420"/>
                    <a:pt x="2192" y="110"/>
                    <a:pt x="2557" y="19"/>
                  </a:cubicBezTo>
                  <a:cubicBezTo>
                    <a:pt x="2684" y="0"/>
                    <a:pt x="2812" y="73"/>
                    <a:pt x="2867" y="220"/>
                  </a:cubicBezTo>
                  <a:cubicBezTo>
                    <a:pt x="2885" y="457"/>
                    <a:pt x="2465" y="785"/>
                    <a:pt x="2374" y="858"/>
                  </a:cubicBezTo>
                  <a:cubicBezTo>
                    <a:pt x="1973" y="1224"/>
                    <a:pt x="1571" y="1570"/>
                    <a:pt x="1133" y="1899"/>
                  </a:cubicBezTo>
                  <a:cubicBezTo>
                    <a:pt x="859" y="2100"/>
                    <a:pt x="366" y="2428"/>
                    <a:pt x="129" y="2009"/>
                  </a:cubicBezTo>
                  <a:cubicBezTo>
                    <a:pt x="1" y="1771"/>
                    <a:pt x="19" y="1260"/>
                    <a:pt x="74" y="895"/>
                  </a:cubicBezTo>
                  <a:cubicBezTo>
                    <a:pt x="110" y="548"/>
                    <a:pt x="202" y="220"/>
                    <a:pt x="457" y="293"/>
                  </a:cubicBezTo>
                  <a:cubicBezTo>
                    <a:pt x="713" y="384"/>
                    <a:pt x="603" y="1041"/>
                    <a:pt x="603" y="14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589;p57"/>
            <p:cNvSpPr/>
            <p:nvPr/>
          </p:nvSpPr>
          <p:spPr>
            <a:xfrm>
              <a:off x="6874200" y="2632320"/>
              <a:ext cx="80280" cy="756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2538" h="2392">
                  <a:moveTo>
                    <a:pt x="1716" y="0"/>
                  </a:moveTo>
                  <a:cubicBezTo>
                    <a:pt x="1534" y="0"/>
                    <a:pt x="1406" y="256"/>
                    <a:pt x="1278" y="511"/>
                  </a:cubicBezTo>
                  <a:lnTo>
                    <a:pt x="1223" y="621"/>
                  </a:lnTo>
                  <a:cubicBezTo>
                    <a:pt x="1187" y="676"/>
                    <a:pt x="1150" y="749"/>
                    <a:pt x="1114" y="822"/>
                  </a:cubicBezTo>
                  <a:lnTo>
                    <a:pt x="1041" y="785"/>
                  </a:lnTo>
                  <a:lnTo>
                    <a:pt x="895" y="730"/>
                  </a:lnTo>
                  <a:cubicBezTo>
                    <a:pt x="712" y="657"/>
                    <a:pt x="530" y="603"/>
                    <a:pt x="329" y="584"/>
                  </a:cubicBezTo>
                  <a:cubicBezTo>
                    <a:pt x="128" y="584"/>
                    <a:pt x="73" y="676"/>
                    <a:pt x="55" y="749"/>
                  </a:cubicBezTo>
                  <a:cubicBezTo>
                    <a:pt x="0" y="986"/>
                    <a:pt x="365" y="1205"/>
                    <a:pt x="840" y="1406"/>
                  </a:cubicBezTo>
                  <a:cubicBezTo>
                    <a:pt x="822" y="1461"/>
                    <a:pt x="804" y="1497"/>
                    <a:pt x="785" y="1552"/>
                  </a:cubicBezTo>
                  <a:cubicBezTo>
                    <a:pt x="658" y="1826"/>
                    <a:pt x="548" y="2118"/>
                    <a:pt x="621" y="2282"/>
                  </a:cubicBezTo>
                  <a:cubicBezTo>
                    <a:pt x="639" y="2337"/>
                    <a:pt x="694" y="2373"/>
                    <a:pt x="767" y="2392"/>
                  </a:cubicBezTo>
                  <a:lnTo>
                    <a:pt x="804" y="2392"/>
                  </a:lnTo>
                  <a:cubicBezTo>
                    <a:pt x="1023" y="2392"/>
                    <a:pt x="1242" y="2045"/>
                    <a:pt x="1461" y="1625"/>
                  </a:cubicBezTo>
                  <a:cubicBezTo>
                    <a:pt x="1607" y="1661"/>
                    <a:pt x="1753" y="1698"/>
                    <a:pt x="1881" y="1734"/>
                  </a:cubicBezTo>
                  <a:cubicBezTo>
                    <a:pt x="1972" y="1771"/>
                    <a:pt x="2081" y="1789"/>
                    <a:pt x="2191" y="1807"/>
                  </a:cubicBezTo>
                  <a:cubicBezTo>
                    <a:pt x="2392" y="1807"/>
                    <a:pt x="2465" y="1716"/>
                    <a:pt x="2501" y="1643"/>
                  </a:cubicBezTo>
                  <a:cubicBezTo>
                    <a:pt x="2538" y="1424"/>
                    <a:pt x="2246" y="1296"/>
                    <a:pt x="1972" y="1168"/>
                  </a:cubicBezTo>
                  <a:lnTo>
                    <a:pt x="1862" y="1132"/>
                  </a:lnTo>
                  <a:cubicBezTo>
                    <a:pt x="1808" y="1095"/>
                    <a:pt x="1753" y="1077"/>
                    <a:pt x="1698" y="1041"/>
                  </a:cubicBezTo>
                  <a:cubicBezTo>
                    <a:pt x="1753" y="895"/>
                    <a:pt x="1808" y="749"/>
                    <a:pt x="1844" y="621"/>
                  </a:cubicBezTo>
                  <a:cubicBezTo>
                    <a:pt x="1899" y="493"/>
                    <a:pt x="2027" y="91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800" bIns="37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590;p57"/>
            <p:cNvSpPr/>
            <p:nvPr/>
          </p:nvSpPr>
          <p:spPr>
            <a:xfrm>
              <a:off x="7126920" y="2324160"/>
              <a:ext cx="312120" cy="185760"/>
            </a:xfrm>
            <a:custGeom>
              <a:avLst/>
              <a:gdLst>
                <a:gd name="textAreaLeft" fmla="*/ 0 w 312120"/>
                <a:gd name="textAreaRight" fmla="*/ 312480 w 31212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9841" h="5861">
                  <a:moveTo>
                    <a:pt x="475" y="1"/>
                  </a:moveTo>
                  <a:lnTo>
                    <a:pt x="1" y="986"/>
                  </a:lnTo>
                  <a:cubicBezTo>
                    <a:pt x="201" y="1096"/>
                    <a:pt x="402" y="1187"/>
                    <a:pt x="585" y="1279"/>
                  </a:cubicBezTo>
                  <a:cubicBezTo>
                    <a:pt x="3195" y="2556"/>
                    <a:pt x="5696" y="4017"/>
                    <a:pt x="8215" y="5313"/>
                  </a:cubicBezTo>
                  <a:cubicBezTo>
                    <a:pt x="8544" y="5477"/>
                    <a:pt x="8946" y="5714"/>
                    <a:pt x="9274" y="5861"/>
                  </a:cubicBezTo>
                  <a:cubicBezTo>
                    <a:pt x="9438" y="5550"/>
                    <a:pt x="9621" y="5240"/>
                    <a:pt x="9767" y="4893"/>
                  </a:cubicBezTo>
                  <a:cubicBezTo>
                    <a:pt x="9804" y="4856"/>
                    <a:pt x="9822" y="4802"/>
                    <a:pt x="9840" y="4747"/>
                  </a:cubicBezTo>
                  <a:cubicBezTo>
                    <a:pt x="9493" y="4546"/>
                    <a:pt x="9128" y="4364"/>
                    <a:pt x="8781" y="4199"/>
                  </a:cubicBezTo>
                  <a:cubicBezTo>
                    <a:pt x="7193" y="3341"/>
                    <a:pt x="5787" y="2593"/>
                    <a:pt x="4163" y="1790"/>
                  </a:cubicBezTo>
                  <a:cubicBezTo>
                    <a:pt x="3177" y="1297"/>
                    <a:pt x="2155" y="840"/>
                    <a:pt x="1096" y="311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591;p57"/>
            <p:cNvSpPr/>
            <p:nvPr/>
          </p:nvSpPr>
          <p:spPr>
            <a:xfrm>
              <a:off x="7089480" y="2400120"/>
              <a:ext cx="310320" cy="183960"/>
            </a:xfrm>
            <a:custGeom>
              <a:avLst/>
              <a:gdLst>
                <a:gd name="textAreaLeft" fmla="*/ 0 w 310320"/>
                <a:gd name="textAreaRight" fmla="*/ 310680 w 31032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786" h="5806">
                  <a:moveTo>
                    <a:pt x="494" y="0"/>
                  </a:moveTo>
                  <a:lnTo>
                    <a:pt x="1" y="986"/>
                  </a:lnTo>
                  <a:lnTo>
                    <a:pt x="220" y="1095"/>
                  </a:lnTo>
                  <a:cubicBezTo>
                    <a:pt x="2812" y="2373"/>
                    <a:pt x="5313" y="3815"/>
                    <a:pt x="7832" y="5130"/>
                  </a:cubicBezTo>
                  <a:cubicBezTo>
                    <a:pt x="8325" y="5385"/>
                    <a:pt x="8982" y="5787"/>
                    <a:pt x="9293" y="5805"/>
                  </a:cubicBezTo>
                  <a:cubicBezTo>
                    <a:pt x="9457" y="5458"/>
                    <a:pt x="9621" y="5093"/>
                    <a:pt x="9786" y="4728"/>
                  </a:cubicBezTo>
                  <a:cubicBezTo>
                    <a:pt x="9366" y="4454"/>
                    <a:pt x="8873" y="4235"/>
                    <a:pt x="8417" y="3998"/>
                  </a:cubicBezTo>
                  <a:cubicBezTo>
                    <a:pt x="6828" y="3158"/>
                    <a:pt x="5404" y="2410"/>
                    <a:pt x="3780" y="1588"/>
                  </a:cubicBezTo>
                  <a:cubicBezTo>
                    <a:pt x="2794" y="1114"/>
                    <a:pt x="1790" y="639"/>
                    <a:pt x="713" y="11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592;p57"/>
            <p:cNvSpPr/>
            <p:nvPr/>
          </p:nvSpPr>
          <p:spPr>
            <a:xfrm>
              <a:off x="7052760" y="2474280"/>
              <a:ext cx="311040" cy="183960"/>
            </a:xfrm>
            <a:custGeom>
              <a:avLst/>
              <a:gdLst>
                <a:gd name="textAreaLeft" fmla="*/ 0 w 311040"/>
                <a:gd name="textAreaRight" fmla="*/ 311400 w 31104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804" h="5806">
                  <a:moveTo>
                    <a:pt x="494" y="1"/>
                  </a:moveTo>
                  <a:lnTo>
                    <a:pt x="1" y="968"/>
                  </a:lnTo>
                  <a:cubicBezTo>
                    <a:pt x="293" y="1114"/>
                    <a:pt x="567" y="1260"/>
                    <a:pt x="822" y="1388"/>
                  </a:cubicBezTo>
                  <a:cubicBezTo>
                    <a:pt x="3415" y="2648"/>
                    <a:pt x="5934" y="4108"/>
                    <a:pt x="8435" y="5404"/>
                  </a:cubicBezTo>
                  <a:cubicBezTo>
                    <a:pt x="8672" y="5532"/>
                    <a:pt x="8909" y="5678"/>
                    <a:pt x="9165" y="5806"/>
                  </a:cubicBezTo>
                  <a:cubicBezTo>
                    <a:pt x="9384" y="5441"/>
                    <a:pt x="9585" y="5057"/>
                    <a:pt x="9804" y="4692"/>
                  </a:cubicBezTo>
                  <a:cubicBezTo>
                    <a:pt x="9530" y="4546"/>
                    <a:pt x="9274" y="4418"/>
                    <a:pt x="9019" y="4291"/>
                  </a:cubicBezTo>
                  <a:cubicBezTo>
                    <a:pt x="7431" y="3451"/>
                    <a:pt x="6007" y="2684"/>
                    <a:pt x="4382" y="1881"/>
                  </a:cubicBezTo>
                  <a:cubicBezTo>
                    <a:pt x="3396" y="1406"/>
                    <a:pt x="2374" y="932"/>
                    <a:pt x="1315" y="402"/>
                  </a:cubicBezTo>
                  <a:cubicBezTo>
                    <a:pt x="1060" y="275"/>
                    <a:pt x="804" y="147"/>
                    <a:pt x="4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593;p57"/>
            <p:cNvSpPr/>
            <p:nvPr/>
          </p:nvSpPr>
          <p:spPr>
            <a:xfrm>
              <a:off x="7015680" y="2549880"/>
              <a:ext cx="305280" cy="181080"/>
            </a:xfrm>
            <a:custGeom>
              <a:avLst/>
              <a:gdLst>
                <a:gd name="textAreaLeft" fmla="*/ 0 w 305280"/>
                <a:gd name="textAreaRight" fmla="*/ 305640 w 30528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9621" h="5715">
                  <a:moveTo>
                    <a:pt x="493" y="1"/>
                  </a:moveTo>
                  <a:lnTo>
                    <a:pt x="1" y="1005"/>
                  </a:lnTo>
                  <a:lnTo>
                    <a:pt x="420" y="1224"/>
                  </a:lnTo>
                  <a:cubicBezTo>
                    <a:pt x="3031" y="2484"/>
                    <a:pt x="5532" y="3944"/>
                    <a:pt x="8051" y="5240"/>
                  </a:cubicBezTo>
                  <a:cubicBezTo>
                    <a:pt x="8325" y="5386"/>
                    <a:pt x="8653" y="5587"/>
                    <a:pt x="8946" y="5715"/>
                  </a:cubicBezTo>
                  <a:lnTo>
                    <a:pt x="9621" y="4638"/>
                  </a:lnTo>
                  <a:cubicBezTo>
                    <a:pt x="9292" y="4455"/>
                    <a:pt x="8946" y="4291"/>
                    <a:pt x="8617" y="4127"/>
                  </a:cubicBezTo>
                  <a:cubicBezTo>
                    <a:pt x="7047" y="3269"/>
                    <a:pt x="5623" y="2520"/>
                    <a:pt x="3998" y="1717"/>
                  </a:cubicBezTo>
                  <a:cubicBezTo>
                    <a:pt x="3013" y="1224"/>
                    <a:pt x="1990" y="768"/>
                    <a:pt x="932" y="238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720" bIns="90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594;p57"/>
            <p:cNvSpPr/>
            <p:nvPr/>
          </p:nvSpPr>
          <p:spPr>
            <a:xfrm>
              <a:off x="6982560" y="2618280"/>
              <a:ext cx="308520" cy="183960"/>
            </a:xfrm>
            <a:custGeom>
              <a:avLst/>
              <a:gdLst>
                <a:gd name="textAreaLeft" fmla="*/ 0 w 308520"/>
                <a:gd name="textAreaRight" fmla="*/ 308880 w 308520"/>
                <a:gd name="textAreaTop" fmla="*/ 0 h 183960"/>
                <a:gd name="textAreaBottom" fmla="*/ 184320 h 183960"/>
              </a:gdLst>
              <a:ahLst/>
              <a:cxnLst/>
              <a:rect l="textAreaLeft" t="textAreaTop" r="textAreaRight" b="textAreaBottom"/>
              <a:pathLst>
                <a:path w="9730" h="5807">
                  <a:moveTo>
                    <a:pt x="475" y="1"/>
                  </a:moveTo>
                  <a:lnTo>
                    <a:pt x="0" y="987"/>
                  </a:lnTo>
                  <a:lnTo>
                    <a:pt x="475" y="1224"/>
                  </a:lnTo>
                  <a:cubicBezTo>
                    <a:pt x="3067" y="2502"/>
                    <a:pt x="5586" y="3944"/>
                    <a:pt x="8087" y="5258"/>
                  </a:cubicBezTo>
                  <a:cubicBezTo>
                    <a:pt x="8434" y="5423"/>
                    <a:pt x="8835" y="5660"/>
                    <a:pt x="9146" y="5806"/>
                  </a:cubicBezTo>
                  <a:cubicBezTo>
                    <a:pt x="9328" y="5477"/>
                    <a:pt x="9511" y="5167"/>
                    <a:pt x="9657" y="4839"/>
                  </a:cubicBezTo>
                  <a:cubicBezTo>
                    <a:pt x="9693" y="4784"/>
                    <a:pt x="9712" y="4729"/>
                    <a:pt x="9730" y="4674"/>
                  </a:cubicBezTo>
                  <a:cubicBezTo>
                    <a:pt x="9383" y="4492"/>
                    <a:pt x="9018" y="4309"/>
                    <a:pt x="8671" y="4127"/>
                  </a:cubicBezTo>
                  <a:cubicBezTo>
                    <a:pt x="7083" y="3287"/>
                    <a:pt x="5659" y="2538"/>
                    <a:pt x="4034" y="1717"/>
                  </a:cubicBezTo>
                  <a:cubicBezTo>
                    <a:pt x="3049" y="1242"/>
                    <a:pt x="2045" y="768"/>
                    <a:pt x="986" y="238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595;p57"/>
            <p:cNvSpPr/>
            <p:nvPr/>
          </p:nvSpPr>
          <p:spPr>
            <a:xfrm>
              <a:off x="6945120" y="2694240"/>
              <a:ext cx="307080" cy="182160"/>
            </a:xfrm>
            <a:custGeom>
              <a:avLst/>
              <a:gdLst>
                <a:gd name="textAreaLeft" fmla="*/ 0 w 307080"/>
                <a:gd name="textAreaRight" fmla="*/ 307440 w 30708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9676" h="5751">
                  <a:moveTo>
                    <a:pt x="493" y="0"/>
                  </a:moveTo>
                  <a:lnTo>
                    <a:pt x="0" y="986"/>
                  </a:lnTo>
                  <a:lnTo>
                    <a:pt x="92" y="1041"/>
                  </a:lnTo>
                  <a:cubicBezTo>
                    <a:pt x="2702" y="2301"/>
                    <a:pt x="5221" y="3761"/>
                    <a:pt x="7722" y="5057"/>
                  </a:cubicBezTo>
                  <a:cubicBezTo>
                    <a:pt x="8215" y="5313"/>
                    <a:pt x="8872" y="5714"/>
                    <a:pt x="9183" y="5751"/>
                  </a:cubicBezTo>
                  <a:cubicBezTo>
                    <a:pt x="9347" y="5386"/>
                    <a:pt x="9511" y="5039"/>
                    <a:pt x="9676" y="4674"/>
                  </a:cubicBezTo>
                  <a:cubicBezTo>
                    <a:pt x="9256" y="4400"/>
                    <a:pt x="8763" y="4181"/>
                    <a:pt x="8307" y="3943"/>
                  </a:cubicBezTo>
                  <a:cubicBezTo>
                    <a:pt x="6718" y="3085"/>
                    <a:pt x="5294" y="2337"/>
                    <a:pt x="3670" y="1534"/>
                  </a:cubicBezTo>
                  <a:cubicBezTo>
                    <a:pt x="2684" y="1041"/>
                    <a:pt x="1662" y="585"/>
                    <a:pt x="603" y="5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596;p57"/>
            <p:cNvSpPr/>
            <p:nvPr/>
          </p:nvSpPr>
          <p:spPr>
            <a:xfrm>
              <a:off x="6909120" y="2767680"/>
              <a:ext cx="307080" cy="182160"/>
            </a:xfrm>
            <a:custGeom>
              <a:avLst/>
              <a:gdLst>
                <a:gd name="textAreaLeft" fmla="*/ 0 w 307080"/>
                <a:gd name="textAreaRight" fmla="*/ 307440 w 30708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9676" h="5752">
                  <a:moveTo>
                    <a:pt x="475" y="1"/>
                  </a:moveTo>
                  <a:lnTo>
                    <a:pt x="1" y="987"/>
                  </a:lnTo>
                  <a:cubicBezTo>
                    <a:pt x="238" y="1114"/>
                    <a:pt x="475" y="1224"/>
                    <a:pt x="694" y="1333"/>
                  </a:cubicBezTo>
                  <a:cubicBezTo>
                    <a:pt x="3287" y="2611"/>
                    <a:pt x="5787" y="4072"/>
                    <a:pt x="8307" y="5368"/>
                  </a:cubicBezTo>
                  <a:cubicBezTo>
                    <a:pt x="8544" y="5477"/>
                    <a:pt x="8800" y="5623"/>
                    <a:pt x="9037" y="5751"/>
                  </a:cubicBezTo>
                  <a:cubicBezTo>
                    <a:pt x="9256" y="5386"/>
                    <a:pt x="9475" y="5021"/>
                    <a:pt x="9676" y="4638"/>
                  </a:cubicBezTo>
                  <a:cubicBezTo>
                    <a:pt x="9420" y="4510"/>
                    <a:pt x="9146" y="4382"/>
                    <a:pt x="8891" y="4254"/>
                  </a:cubicBezTo>
                  <a:cubicBezTo>
                    <a:pt x="7303" y="3396"/>
                    <a:pt x="5879" y="2648"/>
                    <a:pt x="4254" y="1845"/>
                  </a:cubicBezTo>
                  <a:cubicBezTo>
                    <a:pt x="3268" y="1352"/>
                    <a:pt x="2264" y="895"/>
                    <a:pt x="1187" y="366"/>
                  </a:cubicBezTo>
                  <a:cubicBezTo>
                    <a:pt x="968" y="238"/>
                    <a:pt x="731" y="129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597;p57"/>
            <p:cNvSpPr/>
            <p:nvPr/>
          </p:nvSpPr>
          <p:spPr>
            <a:xfrm>
              <a:off x="6871320" y="2843640"/>
              <a:ext cx="301680" cy="1792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179280"/>
                <a:gd name="textAreaBottom" fmla="*/ 179640 h 179280"/>
              </a:gdLst>
              <a:ahLst/>
              <a:cxnLst/>
              <a:rect l="textAreaLeft" t="textAreaTop" r="textAreaRight" b="textAreaBottom"/>
              <a:pathLst>
                <a:path w="9511" h="5660">
                  <a:moveTo>
                    <a:pt x="493" y="0"/>
                  </a:moveTo>
                  <a:lnTo>
                    <a:pt x="0" y="1004"/>
                  </a:lnTo>
                  <a:lnTo>
                    <a:pt x="310" y="1150"/>
                  </a:lnTo>
                  <a:cubicBezTo>
                    <a:pt x="2921" y="2428"/>
                    <a:pt x="5422" y="3870"/>
                    <a:pt x="7941" y="5185"/>
                  </a:cubicBezTo>
                  <a:cubicBezTo>
                    <a:pt x="8215" y="5331"/>
                    <a:pt x="8543" y="5513"/>
                    <a:pt x="8836" y="5659"/>
                  </a:cubicBezTo>
                  <a:lnTo>
                    <a:pt x="9511" y="4564"/>
                  </a:lnTo>
                  <a:cubicBezTo>
                    <a:pt x="9182" y="4400"/>
                    <a:pt x="8836" y="4235"/>
                    <a:pt x="8507" y="4053"/>
                  </a:cubicBezTo>
                  <a:cubicBezTo>
                    <a:pt x="6919" y="3213"/>
                    <a:pt x="5513" y="2465"/>
                    <a:pt x="3888" y="1661"/>
                  </a:cubicBezTo>
                  <a:cubicBezTo>
                    <a:pt x="2903" y="1169"/>
                    <a:pt x="1880" y="712"/>
                    <a:pt x="822" y="164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9640" bIns="89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598;p57"/>
            <p:cNvSpPr/>
            <p:nvPr/>
          </p:nvSpPr>
          <p:spPr>
            <a:xfrm>
              <a:off x="6702480" y="3065760"/>
              <a:ext cx="36360" cy="651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1151" h="2064">
                  <a:moveTo>
                    <a:pt x="1" y="1"/>
                  </a:moveTo>
                  <a:lnTo>
                    <a:pt x="256" y="1005"/>
                  </a:lnTo>
                  <a:cubicBezTo>
                    <a:pt x="329" y="1297"/>
                    <a:pt x="402" y="1589"/>
                    <a:pt x="457" y="1826"/>
                  </a:cubicBezTo>
                  <a:cubicBezTo>
                    <a:pt x="494" y="1899"/>
                    <a:pt x="512" y="2027"/>
                    <a:pt x="603" y="2064"/>
                  </a:cubicBezTo>
                  <a:lnTo>
                    <a:pt x="622" y="2064"/>
                  </a:lnTo>
                  <a:cubicBezTo>
                    <a:pt x="822" y="1461"/>
                    <a:pt x="950" y="804"/>
                    <a:pt x="115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599;p57"/>
            <p:cNvSpPr/>
            <p:nvPr/>
          </p:nvSpPr>
          <p:spPr>
            <a:xfrm>
              <a:off x="6684840" y="2975400"/>
              <a:ext cx="70920" cy="90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247" h="2867">
                  <a:moveTo>
                    <a:pt x="1114" y="0"/>
                  </a:moveTo>
                  <a:cubicBezTo>
                    <a:pt x="968" y="0"/>
                    <a:pt x="804" y="0"/>
                    <a:pt x="658" y="18"/>
                  </a:cubicBezTo>
                  <a:cubicBezTo>
                    <a:pt x="494" y="18"/>
                    <a:pt x="330" y="55"/>
                    <a:pt x="183" y="110"/>
                  </a:cubicBezTo>
                  <a:cubicBezTo>
                    <a:pt x="74" y="256"/>
                    <a:pt x="1" y="438"/>
                    <a:pt x="1" y="639"/>
                  </a:cubicBezTo>
                  <a:cubicBezTo>
                    <a:pt x="37" y="822"/>
                    <a:pt x="92" y="1004"/>
                    <a:pt x="147" y="1168"/>
                  </a:cubicBezTo>
                  <a:cubicBezTo>
                    <a:pt x="293" y="1734"/>
                    <a:pt x="439" y="2300"/>
                    <a:pt x="585" y="2866"/>
                  </a:cubicBezTo>
                  <a:lnTo>
                    <a:pt x="1717" y="2848"/>
                  </a:lnTo>
                  <a:cubicBezTo>
                    <a:pt x="1717" y="2830"/>
                    <a:pt x="1735" y="2793"/>
                    <a:pt x="1735" y="2757"/>
                  </a:cubicBezTo>
                  <a:cubicBezTo>
                    <a:pt x="1863" y="2264"/>
                    <a:pt x="2009" y="1753"/>
                    <a:pt x="2137" y="1241"/>
                  </a:cubicBezTo>
                  <a:cubicBezTo>
                    <a:pt x="2192" y="1059"/>
                    <a:pt x="2228" y="895"/>
                    <a:pt x="2246" y="712"/>
                  </a:cubicBezTo>
                  <a:cubicBezTo>
                    <a:pt x="2173" y="511"/>
                    <a:pt x="2045" y="310"/>
                    <a:pt x="1918" y="146"/>
                  </a:cubicBezTo>
                  <a:cubicBezTo>
                    <a:pt x="1772" y="18"/>
                    <a:pt x="1352" y="0"/>
                    <a:pt x="111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600;p57"/>
            <p:cNvSpPr/>
            <p:nvPr/>
          </p:nvSpPr>
          <p:spPr>
            <a:xfrm>
              <a:off x="6684120" y="2539800"/>
              <a:ext cx="82080" cy="45828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58280"/>
                <a:gd name="textAreaBottom" fmla="*/ 458640 h 458280"/>
              </a:gdLst>
              <a:ahLst/>
              <a:cxnLst/>
              <a:rect l="textAreaLeft" t="textAreaTop" r="textAreaRight" b="textAreaBottom"/>
              <a:pathLst>
                <a:path w="2593" h="14441">
                  <a:moveTo>
                    <a:pt x="1863" y="14002"/>
                  </a:moveTo>
                  <a:cubicBezTo>
                    <a:pt x="1735" y="14130"/>
                    <a:pt x="1607" y="14239"/>
                    <a:pt x="1461" y="14331"/>
                  </a:cubicBezTo>
                  <a:cubicBezTo>
                    <a:pt x="1352" y="14203"/>
                    <a:pt x="1242" y="14057"/>
                    <a:pt x="1151" y="13911"/>
                  </a:cubicBezTo>
                  <a:cubicBezTo>
                    <a:pt x="1023" y="13966"/>
                    <a:pt x="950" y="14203"/>
                    <a:pt x="767" y="14294"/>
                  </a:cubicBezTo>
                  <a:cubicBezTo>
                    <a:pt x="658" y="14166"/>
                    <a:pt x="548" y="14057"/>
                    <a:pt x="439" y="13929"/>
                  </a:cubicBezTo>
                  <a:cubicBezTo>
                    <a:pt x="274" y="14039"/>
                    <a:pt x="238" y="14294"/>
                    <a:pt x="55" y="14349"/>
                  </a:cubicBezTo>
                  <a:cubicBezTo>
                    <a:pt x="1" y="14057"/>
                    <a:pt x="1" y="13747"/>
                    <a:pt x="37" y="13455"/>
                  </a:cubicBezTo>
                  <a:cubicBezTo>
                    <a:pt x="165" y="9000"/>
                    <a:pt x="238" y="4473"/>
                    <a:pt x="384" y="1"/>
                  </a:cubicBezTo>
                  <a:cubicBezTo>
                    <a:pt x="1132" y="1"/>
                    <a:pt x="1844" y="19"/>
                    <a:pt x="2556" y="55"/>
                  </a:cubicBezTo>
                  <a:cubicBezTo>
                    <a:pt x="2593" y="183"/>
                    <a:pt x="2593" y="329"/>
                    <a:pt x="2575" y="475"/>
                  </a:cubicBezTo>
                  <a:cubicBezTo>
                    <a:pt x="2465" y="4747"/>
                    <a:pt x="2392" y="9146"/>
                    <a:pt x="2283" y="13455"/>
                  </a:cubicBezTo>
                  <a:cubicBezTo>
                    <a:pt x="2283" y="13783"/>
                    <a:pt x="2283" y="14112"/>
                    <a:pt x="2246" y="14422"/>
                  </a:cubicBezTo>
                  <a:cubicBezTo>
                    <a:pt x="2082" y="14440"/>
                    <a:pt x="1990" y="14130"/>
                    <a:pt x="1863" y="1400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601;p57"/>
            <p:cNvSpPr/>
            <p:nvPr/>
          </p:nvSpPr>
          <p:spPr>
            <a:xfrm>
              <a:off x="6696720" y="2491920"/>
              <a:ext cx="70920" cy="54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246" h="1735">
                  <a:moveTo>
                    <a:pt x="2173" y="1607"/>
                  </a:moveTo>
                  <a:cubicBezTo>
                    <a:pt x="1369" y="1735"/>
                    <a:pt x="730" y="1570"/>
                    <a:pt x="19" y="1534"/>
                  </a:cubicBezTo>
                  <a:cubicBezTo>
                    <a:pt x="0" y="1096"/>
                    <a:pt x="219" y="694"/>
                    <a:pt x="584" y="457"/>
                  </a:cubicBezTo>
                  <a:cubicBezTo>
                    <a:pt x="1388" y="0"/>
                    <a:pt x="2246" y="658"/>
                    <a:pt x="2173" y="160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602;p57"/>
            <p:cNvSpPr/>
            <p:nvPr/>
          </p:nvSpPr>
          <p:spPr>
            <a:xfrm>
              <a:off x="6688080" y="2539440"/>
              <a:ext cx="83880" cy="7056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2648" h="2228">
                  <a:moveTo>
                    <a:pt x="183" y="2191"/>
                  </a:moveTo>
                  <a:cubicBezTo>
                    <a:pt x="201" y="1990"/>
                    <a:pt x="165" y="1808"/>
                    <a:pt x="73" y="1643"/>
                  </a:cubicBezTo>
                  <a:cubicBezTo>
                    <a:pt x="73" y="1552"/>
                    <a:pt x="146" y="1479"/>
                    <a:pt x="183" y="1388"/>
                  </a:cubicBezTo>
                  <a:cubicBezTo>
                    <a:pt x="0" y="1169"/>
                    <a:pt x="201" y="1004"/>
                    <a:pt x="201" y="840"/>
                  </a:cubicBezTo>
                  <a:cubicBezTo>
                    <a:pt x="201" y="767"/>
                    <a:pt x="146" y="694"/>
                    <a:pt x="146" y="639"/>
                  </a:cubicBezTo>
                  <a:cubicBezTo>
                    <a:pt x="146" y="511"/>
                    <a:pt x="220" y="457"/>
                    <a:pt x="238" y="329"/>
                  </a:cubicBezTo>
                  <a:cubicBezTo>
                    <a:pt x="256" y="219"/>
                    <a:pt x="183" y="146"/>
                    <a:pt x="238" y="55"/>
                  </a:cubicBezTo>
                  <a:cubicBezTo>
                    <a:pt x="603" y="0"/>
                    <a:pt x="986" y="0"/>
                    <a:pt x="1370" y="55"/>
                  </a:cubicBezTo>
                  <a:cubicBezTo>
                    <a:pt x="1735" y="55"/>
                    <a:pt x="2100" y="73"/>
                    <a:pt x="2483" y="110"/>
                  </a:cubicBezTo>
                  <a:cubicBezTo>
                    <a:pt x="2647" y="329"/>
                    <a:pt x="2501" y="566"/>
                    <a:pt x="2501" y="767"/>
                  </a:cubicBezTo>
                  <a:cubicBezTo>
                    <a:pt x="2501" y="895"/>
                    <a:pt x="2556" y="1004"/>
                    <a:pt x="2556" y="1132"/>
                  </a:cubicBezTo>
                  <a:cubicBezTo>
                    <a:pt x="2556" y="1315"/>
                    <a:pt x="2392" y="1479"/>
                    <a:pt x="2556" y="1771"/>
                  </a:cubicBezTo>
                  <a:cubicBezTo>
                    <a:pt x="2520" y="1917"/>
                    <a:pt x="2374" y="2008"/>
                    <a:pt x="2410" y="2191"/>
                  </a:cubicBezTo>
                  <a:cubicBezTo>
                    <a:pt x="2392" y="2209"/>
                    <a:pt x="2374" y="2227"/>
                    <a:pt x="2374" y="2209"/>
                  </a:cubicBezTo>
                  <a:cubicBezTo>
                    <a:pt x="1643" y="2209"/>
                    <a:pt x="895" y="2227"/>
                    <a:pt x="183" y="219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603;p57"/>
            <p:cNvSpPr/>
            <p:nvPr/>
          </p:nvSpPr>
          <p:spPr>
            <a:xfrm>
              <a:off x="7128360" y="3237840"/>
              <a:ext cx="138240" cy="14724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4360" h="4643">
                  <a:moveTo>
                    <a:pt x="3275" y="0"/>
                  </a:moveTo>
                  <a:cubicBezTo>
                    <a:pt x="3119" y="0"/>
                    <a:pt x="2971" y="73"/>
                    <a:pt x="2880" y="209"/>
                  </a:cubicBezTo>
                  <a:lnTo>
                    <a:pt x="1146" y="2765"/>
                  </a:lnTo>
                  <a:cubicBezTo>
                    <a:pt x="1128" y="2802"/>
                    <a:pt x="1110" y="2820"/>
                    <a:pt x="1091" y="2856"/>
                  </a:cubicBezTo>
                  <a:lnTo>
                    <a:pt x="562" y="2510"/>
                  </a:lnTo>
                  <a:cubicBezTo>
                    <a:pt x="506" y="2464"/>
                    <a:pt x="448" y="2445"/>
                    <a:pt x="394" y="2445"/>
                  </a:cubicBezTo>
                  <a:cubicBezTo>
                    <a:pt x="167" y="2445"/>
                    <a:pt x="1" y="2786"/>
                    <a:pt x="252" y="2948"/>
                  </a:cubicBezTo>
                  <a:lnTo>
                    <a:pt x="252" y="2929"/>
                  </a:lnTo>
                  <a:lnTo>
                    <a:pt x="2680" y="4591"/>
                  </a:lnTo>
                  <a:cubicBezTo>
                    <a:pt x="2732" y="4627"/>
                    <a:pt x="2785" y="4642"/>
                    <a:pt x="2835" y="4642"/>
                  </a:cubicBezTo>
                  <a:cubicBezTo>
                    <a:pt x="3063" y="4642"/>
                    <a:pt x="3230" y="4317"/>
                    <a:pt x="2990" y="4153"/>
                  </a:cubicBezTo>
                  <a:lnTo>
                    <a:pt x="2406" y="3751"/>
                  </a:lnTo>
                  <a:cubicBezTo>
                    <a:pt x="2442" y="3714"/>
                    <a:pt x="2460" y="3696"/>
                    <a:pt x="2479" y="3660"/>
                  </a:cubicBezTo>
                  <a:lnTo>
                    <a:pt x="4213" y="1122"/>
                  </a:lnTo>
                  <a:cubicBezTo>
                    <a:pt x="4359" y="903"/>
                    <a:pt x="4304" y="593"/>
                    <a:pt x="4085" y="429"/>
                  </a:cubicBezTo>
                  <a:lnTo>
                    <a:pt x="3556" y="82"/>
                  </a:lnTo>
                  <a:cubicBezTo>
                    <a:pt x="3466" y="27"/>
                    <a:pt x="3369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800" bIns="73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604;p57"/>
            <p:cNvSpPr/>
            <p:nvPr/>
          </p:nvSpPr>
          <p:spPr>
            <a:xfrm>
              <a:off x="7164360" y="3189960"/>
              <a:ext cx="167760" cy="1159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5293" h="3666">
                  <a:moveTo>
                    <a:pt x="571" y="1"/>
                  </a:moveTo>
                  <a:cubicBezTo>
                    <a:pt x="161" y="1"/>
                    <a:pt x="1" y="556"/>
                    <a:pt x="390" y="751"/>
                  </a:cubicBezTo>
                  <a:lnTo>
                    <a:pt x="2453" y="2157"/>
                  </a:lnTo>
                  <a:lnTo>
                    <a:pt x="4534" y="3562"/>
                  </a:lnTo>
                  <a:cubicBezTo>
                    <a:pt x="4615" y="3634"/>
                    <a:pt x="4705" y="3665"/>
                    <a:pt x="4792" y="3665"/>
                  </a:cubicBezTo>
                  <a:cubicBezTo>
                    <a:pt x="5057" y="3665"/>
                    <a:pt x="5293" y="3376"/>
                    <a:pt x="5155" y="3088"/>
                  </a:cubicBezTo>
                  <a:cubicBezTo>
                    <a:pt x="4443" y="1390"/>
                    <a:pt x="4133" y="897"/>
                    <a:pt x="3585" y="514"/>
                  </a:cubicBezTo>
                  <a:cubicBezTo>
                    <a:pt x="3019" y="130"/>
                    <a:pt x="2453" y="21"/>
                    <a:pt x="610" y="2"/>
                  </a:cubicBezTo>
                  <a:cubicBezTo>
                    <a:pt x="596" y="1"/>
                    <a:pt x="583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605;p57"/>
            <p:cNvSpPr/>
            <p:nvPr/>
          </p:nvSpPr>
          <p:spPr>
            <a:xfrm>
              <a:off x="7520760" y="2718720"/>
              <a:ext cx="103320" cy="1047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3269" h="3312">
                  <a:moveTo>
                    <a:pt x="1651" y="1"/>
                  </a:moveTo>
                  <a:cubicBezTo>
                    <a:pt x="1499" y="1"/>
                    <a:pt x="1351" y="74"/>
                    <a:pt x="1260" y="210"/>
                  </a:cubicBezTo>
                  <a:lnTo>
                    <a:pt x="165" y="1835"/>
                  </a:lnTo>
                  <a:cubicBezTo>
                    <a:pt x="1" y="2054"/>
                    <a:pt x="56" y="2346"/>
                    <a:pt x="293" y="2492"/>
                  </a:cubicBezTo>
                  <a:lnTo>
                    <a:pt x="1352" y="3222"/>
                  </a:lnTo>
                  <a:cubicBezTo>
                    <a:pt x="1433" y="3284"/>
                    <a:pt x="1525" y="3312"/>
                    <a:pt x="1617" y="3312"/>
                  </a:cubicBezTo>
                  <a:cubicBezTo>
                    <a:pt x="1771" y="3312"/>
                    <a:pt x="1924" y="3232"/>
                    <a:pt x="2027" y="3094"/>
                  </a:cubicBezTo>
                  <a:lnTo>
                    <a:pt x="3122" y="1488"/>
                  </a:lnTo>
                  <a:cubicBezTo>
                    <a:pt x="3268" y="1269"/>
                    <a:pt x="3214" y="959"/>
                    <a:pt x="2995" y="813"/>
                  </a:cubicBezTo>
                  <a:lnTo>
                    <a:pt x="1918" y="82"/>
                  </a:lnTo>
                  <a:cubicBezTo>
                    <a:pt x="1835" y="27"/>
                    <a:pt x="1742" y="1"/>
                    <a:pt x="16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560" bIns="52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606;p57"/>
            <p:cNvSpPr/>
            <p:nvPr/>
          </p:nvSpPr>
          <p:spPr>
            <a:xfrm>
              <a:off x="7577640" y="2689200"/>
              <a:ext cx="57600" cy="6120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827" h="1942">
                  <a:moveTo>
                    <a:pt x="1247" y="0"/>
                  </a:moveTo>
                  <a:cubicBezTo>
                    <a:pt x="1176" y="0"/>
                    <a:pt x="1103" y="24"/>
                    <a:pt x="1041" y="65"/>
                  </a:cubicBezTo>
                  <a:lnTo>
                    <a:pt x="1041" y="83"/>
                  </a:lnTo>
                  <a:lnTo>
                    <a:pt x="92" y="1014"/>
                  </a:lnTo>
                  <a:cubicBezTo>
                    <a:pt x="1" y="1160"/>
                    <a:pt x="37" y="1343"/>
                    <a:pt x="183" y="1434"/>
                  </a:cubicBezTo>
                  <a:lnTo>
                    <a:pt x="840" y="1891"/>
                  </a:lnTo>
                  <a:cubicBezTo>
                    <a:pt x="896" y="1925"/>
                    <a:pt x="956" y="1941"/>
                    <a:pt x="1015" y="1941"/>
                  </a:cubicBezTo>
                  <a:cubicBezTo>
                    <a:pt x="1111" y="1941"/>
                    <a:pt x="1204" y="1897"/>
                    <a:pt x="1260" y="1818"/>
                  </a:cubicBezTo>
                  <a:cubicBezTo>
                    <a:pt x="1260" y="1818"/>
                    <a:pt x="1790" y="613"/>
                    <a:pt x="1790" y="595"/>
                  </a:cubicBezTo>
                  <a:cubicBezTo>
                    <a:pt x="1826" y="467"/>
                    <a:pt x="1790" y="321"/>
                    <a:pt x="1680" y="248"/>
                  </a:cubicBezTo>
                  <a:lnTo>
                    <a:pt x="1406" y="47"/>
                  </a:lnTo>
                  <a:cubicBezTo>
                    <a:pt x="1358" y="15"/>
                    <a:pt x="1303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607;p57"/>
            <p:cNvSpPr/>
            <p:nvPr/>
          </p:nvSpPr>
          <p:spPr>
            <a:xfrm>
              <a:off x="7621560" y="2542680"/>
              <a:ext cx="108720" cy="15588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3429" h="4917">
                  <a:moveTo>
                    <a:pt x="3355" y="1"/>
                  </a:moveTo>
                  <a:cubicBezTo>
                    <a:pt x="3349" y="1"/>
                    <a:pt x="3344" y="2"/>
                    <a:pt x="3341" y="6"/>
                  </a:cubicBezTo>
                  <a:lnTo>
                    <a:pt x="0" y="4770"/>
                  </a:lnTo>
                  <a:lnTo>
                    <a:pt x="219" y="4916"/>
                  </a:lnTo>
                  <a:lnTo>
                    <a:pt x="3414" y="61"/>
                  </a:lnTo>
                  <a:cubicBezTo>
                    <a:pt x="3429" y="31"/>
                    <a:pt x="3383" y="1"/>
                    <a:pt x="335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608;p57"/>
            <p:cNvSpPr/>
            <p:nvPr/>
          </p:nvSpPr>
          <p:spPr>
            <a:xfrm>
              <a:off x="7618680" y="2687760"/>
              <a:ext cx="16560" cy="118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530" h="385">
                  <a:moveTo>
                    <a:pt x="122" y="1"/>
                  </a:moveTo>
                  <a:cubicBezTo>
                    <a:pt x="84" y="1"/>
                    <a:pt x="49" y="21"/>
                    <a:pt x="37" y="56"/>
                  </a:cubicBezTo>
                  <a:cubicBezTo>
                    <a:pt x="1" y="93"/>
                    <a:pt x="1" y="166"/>
                    <a:pt x="56" y="202"/>
                  </a:cubicBezTo>
                  <a:lnTo>
                    <a:pt x="311" y="367"/>
                  </a:lnTo>
                  <a:cubicBezTo>
                    <a:pt x="334" y="379"/>
                    <a:pt x="355" y="385"/>
                    <a:pt x="376" y="385"/>
                  </a:cubicBezTo>
                  <a:cubicBezTo>
                    <a:pt x="471" y="385"/>
                    <a:pt x="529" y="263"/>
                    <a:pt x="439" y="202"/>
                  </a:cubicBezTo>
                  <a:lnTo>
                    <a:pt x="183" y="20"/>
                  </a:lnTo>
                  <a:cubicBezTo>
                    <a:pt x="164" y="7"/>
                    <a:pt x="142" y="1"/>
                    <a:pt x="122" y="1"/>
                  </a:cubicBezTo>
                  <a:close/>
                </a:path>
              </a:pathLst>
            </a:custGeom>
            <a:solidFill>
              <a:srgbClr val="334F7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609;p57"/>
            <p:cNvSpPr/>
            <p:nvPr/>
          </p:nvSpPr>
          <p:spPr>
            <a:xfrm>
              <a:off x="7507440" y="2795760"/>
              <a:ext cx="63000" cy="536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991" h="1698">
                  <a:moveTo>
                    <a:pt x="457" y="0"/>
                  </a:moveTo>
                  <a:lnTo>
                    <a:pt x="1" y="657"/>
                  </a:lnTo>
                  <a:lnTo>
                    <a:pt x="1534" y="1698"/>
                  </a:lnTo>
                  <a:lnTo>
                    <a:pt x="1991" y="104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610;p57"/>
            <p:cNvSpPr/>
            <p:nvPr/>
          </p:nvSpPr>
          <p:spPr>
            <a:xfrm>
              <a:off x="7499880" y="2773800"/>
              <a:ext cx="99000" cy="691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125" h="2184">
                  <a:moveTo>
                    <a:pt x="311" y="0"/>
                  </a:moveTo>
                  <a:cubicBezTo>
                    <a:pt x="225" y="0"/>
                    <a:pt x="137" y="45"/>
                    <a:pt x="92" y="124"/>
                  </a:cubicBezTo>
                  <a:cubicBezTo>
                    <a:pt x="1" y="234"/>
                    <a:pt x="37" y="398"/>
                    <a:pt x="165" y="489"/>
                  </a:cubicBezTo>
                  <a:lnTo>
                    <a:pt x="2593" y="2132"/>
                  </a:lnTo>
                  <a:cubicBezTo>
                    <a:pt x="2645" y="2168"/>
                    <a:pt x="2697" y="2184"/>
                    <a:pt x="2746" y="2184"/>
                  </a:cubicBezTo>
                  <a:cubicBezTo>
                    <a:pt x="2971" y="2184"/>
                    <a:pt x="3125" y="1859"/>
                    <a:pt x="2885" y="1694"/>
                  </a:cubicBezTo>
                  <a:lnTo>
                    <a:pt x="457" y="51"/>
                  </a:lnTo>
                  <a:cubicBezTo>
                    <a:pt x="416" y="17"/>
                    <a:pt x="364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611;p57"/>
            <p:cNvSpPr/>
            <p:nvPr/>
          </p:nvSpPr>
          <p:spPr>
            <a:xfrm>
              <a:off x="7225560" y="2804040"/>
              <a:ext cx="349920" cy="44892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448920"/>
                <a:gd name="textAreaBottom" fmla="*/ 449280 h 448920"/>
              </a:gdLst>
              <a:ahLst/>
              <a:cxnLst/>
              <a:rect l="textAreaLeft" t="textAreaTop" r="textAreaRight" b="textAreaBottom"/>
              <a:pathLst>
                <a:path w="11027" h="14141">
                  <a:moveTo>
                    <a:pt x="8540" y="1"/>
                  </a:moveTo>
                  <a:cubicBezTo>
                    <a:pt x="8361" y="1"/>
                    <a:pt x="8183" y="89"/>
                    <a:pt x="8070" y="248"/>
                  </a:cubicBezTo>
                  <a:lnTo>
                    <a:pt x="1" y="12205"/>
                  </a:lnTo>
                  <a:lnTo>
                    <a:pt x="2776" y="14140"/>
                  </a:lnTo>
                  <a:lnTo>
                    <a:pt x="10863" y="2147"/>
                  </a:lnTo>
                  <a:cubicBezTo>
                    <a:pt x="11027" y="1873"/>
                    <a:pt x="10972" y="1526"/>
                    <a:pt x="10717" y="1362"/>
                  </a:cubicBezTo>
                  <a:lnTo>
                    <a:pt x="8855" y="102"/>
                  </a:lnTo>
                  <a:cubicBezTo>
                    <a:pt x="8758" y="33"/>
                    <a:pt x="8649" y="1"/>
                    <a:pt x="85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612;p57"/>
            <p:cNvSpPr/>
            <p:nvPr/>
          </p:nvSpPr>
          <p:spPr>
            <a:xfrm>
              <a:off x="7412760" y="2804040"/>
              <a:ext cx="162720" cy="169200"/>
            </a:xfrm>
            <a:custGeom>
              <a:avLst/>
              <a:gdLst>
                <a:gd name="textAreaLeft" fmla="*/ 0 w 162720"/>
                <a:gd name="textAreaRight" fmla="*/ 163080 w 16272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5130" h="5342">
                  <a:moveTo>
                    <a:pt x="2638" y="1"/>
                  </a:moveTo>
                  <a:cubicBezTo>
                    <a:pt x="2455" y="1"/>
                    <a:pt x="2275" y="89"/>
                    <a:pt x="2173" y="248"/>
                  </a:cubicBezTo>
                  <a:lnTo>
                    <a:pt x="0" y="3461"/>
                  </a:lnTo>
                  <a:lnTo>
                    <a:pt x="2812" y="5341"/>
                  </a:lnTo>
                  <a:lnTo>
                    <a:pt x="4966" y="2147"/>
                  </a:lnTo>
                  <a:cubicBezTo>
                    <a:pt x="5130" y="1891"/>
                    <a:pt x="5057" y="1544"/>
                    <a:pt x="4801" y="1362"/>
                  </a:cubicBezTo>
                  <a:lnTo>
                    <a:pt x="2958" y="102"/>
                  </a:lnTo>
                  <a:cubicBezTo>
                    <a:pt x="2861" y="33"/>
                    <a:pt x="2749" y="1"/>
                    <a:pt x="263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613;p57"/>
            <p:cNvSpPr/>
            <p:nvPr/>
          </p:nvSpPr>
          <p:spPr>
            <a:xfrm>
              <a:off x="7517160" y="2873520"/>
              <a:ext cx="37800" cy="29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206" h="929">
                  <a:moveTo>
                    <a:pt x="171" y="1"/>
                  </a:moveTo>
                  <a:cubicBezTo>
                    <a:pt x="122" y="1"/>
                    <a:pt x="76" y="20"/>
                    <a:pt x="55" y="52"/>
                  </a:cubicBezTo>
                  <a:cubicBezTo>
                    <a:pt x="0" y="125"/>
                    <a:pt x="18" y="235"/>
                    <a:pt x="91" y="289"/>
                  </a:cubicBezTo>
                  <a:lnTo>
                    <a:pt x="1022" y="928"/>
                  </a:lnTo>
                  <a:lnTo>
                    <a:pt x="1205" y="673"/>
                  </a:lnTo>
                  <a:lnTo>
                    <a:pt x="274" y="34"/>
                  </a:lnTo>
                  <a:cubicBezTo>
                    <a:pt x="243" y="11"/>
                    <a:pt x="20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614;p57"/>
            <p:cNvSpPr/>
            <p:nvPr/>
          </p:nvSpPr>
          <p:spPr>
            <a:xfrm>
              <a:off x="7486920" y="2917440"/>
              <a:ext cx="37800" cy="29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206" h="927">
                  <a:moveTo>
                    <a:pt x="178" y="0"/>
                  </a:moveTo>
                  <a:cubicBezTo>
                    <a:pt x="127" y="0"/>
                    <a:pt x="78" y="24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41" y="927"/>
                  </a:lnTo>
                  <a:lnTo>
                    <a:pt x="1206" y="671"/>
                  </a:lnTo>
                  <a:lnTo>
                    <a:pt x="275" y="32"/>
                  </a:lnTo>
                  <a:cubicBezTo>
                    <a:pt x="246" y="10"/>
                    <a:pt x="211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15;p57"/>
            <p:cNvSpPr/>
            <p:nvPr/>
          </p:nvSpPr>
          <p:spPr>
            <a:xfrm>
              <a:off x="7457040" y="2961000"/>
              <a:ext cx="37800" cy="2952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06" h="944">
                  <a:moveTo>
                    <a:pt x="183" y="0"/>
                  </a:moveTo>
                  <a:cubicBezTo>
                    <a:pt x="130" y="0"/>
                    <a:pt x="78" y="29"/>
                    <a:pt x="55" y="86"/>
                  </a:cubicBezTo>
                  <a:cubicBezTo>
                    <a:pt x="1" y="159"/>
                    <a:pt x="19" y="250"/>
                    <a:pt x="92" y="305"/>
                  </a:cubicBezTo>
                  <a:lnTo>
                    <a:pt x="1041" y="944"/>
                  </a:lnTo>
                  <a:lnTo>
                    <a:pt x="1206" y="688"/>
                  </a:lnTo>
                  <a:lnTo>
                    <a:pt x="275" y="31"/>
                  </a:lnTo>
                  <a:cubicBezTo>
                    <a:pt x="247" y="11"/>
                    <a:pt x="21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616;p57"/>
            <p:cNvSpPr/>
            <p:nvPr/>
          </p:nvSpPr>
          <p:spPr>
            <a:xfrm>
              <a:off x="7426800" y="3005640"/>
              <a:ext cx="38520" cy="295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24" h="945">
                  <a:moveTo>
                    <a:pt x="183" y="0"/>
                  </a:moveTo>
                  <a:cubicBezTo>
                    <a:pt x="135" y="0"/>
                    <a:pt x="88" y="24"/>
                    <a:pt x="55" y="68"/>
                  </a:cubicBezTo>
                  <a:cubicBezTo>
                    <a:pt x="0" y="141"/>
                    <a:pt x="19" y="251"/>
                    <a:pt x="92" y="287"/>
                  </a:cubicBezTo>
                  <a:lnTo>
                    <a:pt x="1059" y="945"/>
                  </a:lnTo>
                  <a:lnTo>
                    <a:pt x="1224" y="689"/>
                  </a:lnTo>
                  <a:lnTo>
                    <a:pt x="274" y="32"/>
                  </a:lnTo>
                  <a:cubicBezTo>
                    <a:pt x="245" y="10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617;p57"/>
            <p:cNvSpPr/>
            <p:nvPr/>
          </p:nvSpPr>
          <p:spPr>
            <a:xfrm>
              <a:off x="7396560" y="3050280"/>
              <a:ext cx="39240" cy="298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242" h="947">
                  <a:moveTo>
                    <a:pt x="177" y="0"/>
                  </a:moveTo>
                  <a:cubicBezTo>
                    <a:pt x="131" y="0"/>
                    <a:pt x="87" y="20"/>
                    <a:pt x="55" y="52"/>
                  </a:cubicBezTo>
                  <a:cubicBezTo>
                    <a:pt x="0" y="125"/>
                    <a:pt x="18" y="234"/>
                    <a:pt x="110" y="289"/>
                  </a:cubicBezTo>
                  <a:lnTo>
                    <a:pt x="1059" y="946"/>
                  </a:lnTo>
                  <a:lnTo>
                    <a:pt x="1241" y="672"/>
                  </a:lnTo>
                  <a:lnTo>
                    <a:pt x="274" y="34"/>
                  </a:lnTo>
                  <a:cubicBezTo>
                    <a:pt x="243" y="11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618;p57"/>
            <p:cNvSpPr/>
            <p:nvPr/>
          </p:nvSpPr>
          <p:spPr>
            <a:xfrm>
              <a:off x="7366320" y="3094200"/>
              <a:ext cx="39240" cy="298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243" h="947">
                  <a:moveTo>
                    <a:pt x="185" y="1"/>
                  </a:moveTo>
                  <a:cubicBezTo>
                    <a:pt x="138" y="1"/>
                    <a:pt x="87" y="20"/>
                    <a:pt x="56" y="52"/>
                  </a:cubicBezTo>
                  <a:cubicBezTo>
                    <a:pt x="1" y="125"/>
                    <a:pt x="19" y="235"/>
                    <a:pt x="110" y="289"/>
                  </a:cubicBezTo>
                  <a:lnTo>
                    <a:pt x="1060" y="947"/>
                  </a:lnTo>
                  <a:lnTo>
                    <a:pt x="1242" y="691"/>
                  </a:lnTo>
                  <a:lnTo>
                    <a:pt x="275" y="34"/>
                  </a:lnTo>
                  <a:cubicBezTo>
                    <a:pt x="252" y="11"/>
                    <a:pt x="219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619;p57"/>
            <p:cNvSpPr/>
            <p:nvPr/>
          </p:nvSpPr>
          <p:spPr>
            <a:xfrm>
              <a:off x="7336800" y="3138480"/>
              <a:ext cx="38520" cy="295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24" h="946">
                  <a:moveTo>
                    <a:pt x="174" y="0"/>
                  </a:moveTo>
                  <a:cubicBezTo>
                    <a:pt x="127" y="0"/>
                    <a:pt x="78" y="25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60" y="945"/>
                  </a:lnTo>
                  <a:lnTo>
                    <a:pt x="1224" y="689"/>
                  </a:lnTo>
                  <a:lnTo>
                    <a:pt x="256" y="32"/>
                  </a:lnTo>
                  <a:cubicBezTo>
                    <a:pt x="235" y="11"/>
                    <a:pt x="20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620;p57"/>
            <p:cNvSpPr/>
            <p:nvPr/>
          </p:nvSpPr>
          <p:spPr>
            <a:xfrm>
              <a:off x="6152040" y="2100600"/>
              <a:ext cx="238680" cy="52308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523080"/>
                <a:gd name="textAreaBottom" fmla="*/ 523440 h 523080"/>
              </a:gdLst>
              <a:ahLst/>
              <a:cxnLst/>
              <a:rect l="textAreaLeft" t="textAreaTop" r="textAreaRight" b="textAreaBottom"/>
              <a:pathLst>
                <a:path w="7522" h="16485">
                  <a:moveTo>
                    <a:pt x="6645" y="2081"/>
                  </a:moveTo>
                  <a:cubicBezTo>
                    <a:pt x="5313" y="2355"/>
                    <a:pt x="4017" y="2757"/>
                    <a:pt x="2775" y="3286"/>
                  </a:cubicBezTo>
                  <a:cubicBezTo>
                    <a:pt x="2027" y="3615"/>
                    <a:pt x="1570" y="3980"/>
                    <a:pt x="1534" y="4947"/>
                  </a:cubicBezTo>
                  <a:cubicBezTo>
                    <a:pt x="1534" y="5458"/>
                    <a:pt x="1589" y="5988"/>
                    <a:pt x="1698" y="6499"/>
                  </a:cubicBezTo>
                  <a:cubicBezTo>
                    <a:pt x="1972" y="7923"/>
                    <a:pt x="2355" y="9347"/>
                    <a:pt x="2666" y="10679"/>
                  </a:cubicBezTo>
                  <a:cubicBezTo>
                    <a:pt x="3140" y="12706"/>
                    <a:pt x="3688" y="14422"/>
                    <a:pt x="3998" y="16247"/>
                  </a:cubicBezTo>
                  <a:cubicBezTo>
                    <a:pt x="3670" y="16338"/>
                    <a:pt x="3378" y="16430"/>
                    <a:pt x="3049" y="16485"/>
                  </a:cubicBezTo>
                  <a:cubicBezTo>
                    <a:pt x="2063" y="13819"/>
                    <a:pt x="1242" y="11081"/>
                    <a:pt x="585" y="8306"/>
                  </a:cubicBezTo>
                  <a:cubicBezTo>
                    <a:pt x="366" y="7339"/>
                    <a:pt x="92" y="6335"/>
                    <a:pt x="19" y="5349"/>
                  </a:cubicBezTo>
                  <a:cubicBezTo>
                    <a:pt x="1" y="5075"/>
                    <a:pt x="1" y="4783"/>
                    <a:pt x="19" y="4509"/>
                  </a:cubicBezTo>
                  <a:cubicBezTo>
                    <a:pt x="128" y="3067"/>
                    <a:pt x="1260" y="2337"/>
                    <a:pt x="2428" y="1899"/>
                  </a:cubicBezTo>
                  <a:cubicBezTo>
                    <a:pt x="3688" y="1406"/>
                    <a:pt x="5112" y="1242"/>
                    <a:pt x="6609" y="1059"/>
                  </a:cubicBezTo>
                  <a:cubicBezTo>
                    <a:pt x="6737" y="694"/>
                    <a:pt x="6682" y="0"/>
                    <a:pt x="7065" y="37"/>
                  </a:cubicBezTo>
                  <a:cubicBezTo>
                    <a:pt x="7503" y="73"/>
                    <a:pt x="7522" y="822"/>
                    <a:pt x="7522" y="1479"/>
                  </a:cubicBezTo>
                  <a:cubicBezTo>
                    <a:pt x="7522" y="2154"/>
                    <a:pt x="7485" y="2958"/>
                    <a:pt x="7029" y="2921"/>
                  </a:cubicBezTo>
                  <a:cubicBezTo>
                    <a:pt x="6682" y="2884"/>
                    <a:pt x="6737" y="2410"/>
                    <a:pt x="6645" y="208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621;p57"/>
            <p:cNvSpPr/>
            <p:nvPr/>
          </p:nvSpPr>
          <p:spPr>
            <a:xfrm>
              <a:off x="6474240" y="2100600"/>
              <a:ext cx="238680" cy="523080"/>
            </a:xfrm>
            <a:custGeom>
              <a:avLst/>
              <a:gdLst>
                <a:gd name="textAreaLeft" fmla="*/ 0 w 238680"/>
                <a:gd name="textAreaRight" fmla="*/ 239040 w 238680"/>
                <a:gd name="textAreaTop" fmla="*/ 0 h 523080"/>
                <a:gd name="textAreaBottom" fmla="*/ 523440 h 523080"/>
              </a:gdLst>
              <a:ahLst/>
              <a:cxnLst/>
              <a:rect l="textAreaLeft" t="textAreaTop" r="textAreaRight" b="textAreaBottom"/>
              <a:pathLst>
                <a:path w="7522" h="16485">
                  <a:moveTo>
                    <a:pt x="877" y="2081"/>
                  </a:moveTo>
                  <a:cubicBezTo>
                    <a:pt x="2191" y="2355"/>
                    <a:pt x="3505" y="2757"/>
                    <a:pt x="4747" y="3286"/>
                  </a:cubicBezTo>
                  <a:cubicBezTo>
                    <a:pt x="5495" y="3615"/>
                    <a:pt x="5951" y="3980"/>
                    <a:pt x="5988" y="4947"/>
                  </a:cubicBezTo>
                  <a:cubicBezTo>
                    <a:pt x="5988" y="5458"/>
                    <a:pt x="5933" y="5988"/>
                    <a:pt x="5824" y="6499"/>
                  </a:cubicBezTo>
                  <a:cubicBezTo>
                    <a:pt x="5550" y="7923"/>
                    <a:pt x="5167" y="9347"/>
                    <a:pt x="4856" y="10679"/>
                  </a:cubicBezTo>
                  <a:cubicBezTo>
                    <a:pt x="4382" y="12706"/>
                    <a:pt x="3816" y="14422"/>
                    <a:pt x="3524" y="16247"/>
                  </a:cubicBezTo>
                  <a:cubicBezTo>
                    <a:pt x="3852" y="16338"/>
                    <a:pt x="4144" y="16430"/>
                    <a:pt x="4473" y="16485"/>
                  </a:cubicBezTo>
                  <a:cubicBezTo>
                    <a:pt x="5459" y="13819"/>
                    <a:pt x="6280" y="11081"/>
                    <a:pt x="6937" y="8306"/>
                  </a:cubicBezTo>
                  <a:cubicBezTo>
                    <a:pt x="7156" y="7339"/>
                    <a:pt x="7430" y="6335"/>
                    <a:pt x="7503" y="5349"/>
                  </a:cubicBezTo>
                  <a:cubicBezTo>
                    <a:pt x="7521" y="5075"/>
                    <a:pt x="7521" y="4783"/>
                    <a:pt x="7503" y="4509"/>
                  </a:cubicBezTo>
                  <a:cubicBezTo>
                    <a:pt x="7394" y="3067"/>
                    <a:pt x="6262" y="2337"/>
                    <a:pt x="5093" y="1899"/>
                  </a:cubicBezTo>
                  <a:cubicBezTo>
                    <a:pt x="3834" y="1406"/>
                    <a:pt x="2410" y="1242"/>
                    <a:pt x="913" y="1059"/>
                  </a:cubicBezTo>
                  <a:cubicBezTo>
                    <a:pt x="785" y="694"/>
                    <a:pt x="840" y="0"/>
                    <a:pt x="457" y="37"/>
                  </a:cubicBezTo>
                  <a:cubicBezTo>
                    <a:pt x="19" y="73"/>
                    <a:pt x="0" y="822"/>
                    <a:pt x="0" y="1479"/>
                  </a:cubicBezTo>
                  <a:cubicBezTo>
                    <a:pt x="0" y="2154"/>
                    <a:pt x="37" y="2958"/>
                    <a:pt x="493" y="2921"/>
                  </a:cubicBezTo>
                  <a:cubicBezTo>
                    <a:pt x="822" y="2884"/>
                    <a:pt x="767" y="2410"/>
                    <a:pt x="877" y="208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622;p57"/>
            <p:cNvSpPr/>
            <p:nvPr/>
          </p:nvSpPr>
          <p:spPr>
            <a:xfrm>
              <a:off x="6230160" y="2593440"/>
              <a:ext cx="887400" cy="643680"/>
            </a:xfrm>
            <a:custGeom>
              <a:avLst/>
              <a:gdLst>
                <a:gd name="textAreaLeft" fmla="*/ 0 w 887400"/>
                <a:gd name="textAreaRight" fmla="*/ 887760 w 887400"/>
                <a:gd name="textAreaTop" fmla="*/ 0 h 643680"/>
                <a:gd name="textAreaBottom" fmla="*/ 644040 h 643680"/>
              </a:gdLst>
              <a:ahLst/>
              <a:cxnLst/>
              <a:rect l="textAreaLeft" t="textAreaTop" r="textAreaRight" b="textAreaBottom"/>
              <a:pathLst>
                <a:path w="27950" h="20282">
                  <a:moveTo>
                    <a:pt x="10753" y="0"/>
                  </a:moveTo>
                  <a:cubicBezTo>
                    <a:pt x="11593" y="73"/>
                    <a:pt x="12414" y="146"/>
                    <a:pt x="13236" y="219"/>
                  </a:cubicBezTo>
                  <a:cubicBezTo>
                    <a:pt x="12761" y="3815"/>
                    <a:pt x="11155" y="6261"/>
                    <a:pt x="8015" y="7193"/>
                  </a:cubicBezTo>
                  <a:cubicBezTo>
                    <a:pt x="8344" y="8799"/>
                    <a:pt x="8617" y="10296"/>
                    <a:pt x="9165" y="11665"/>
                  </a:cubicBezTo>
                  <a:cubicBezTo>
                    <a:pt x="9676" y="12943"/>
                    <a:pt x="10352" y="14148"/>
                    <a:pt x="11191" y="15225"/>
                  </a:cubicBezTo>
                  <a:cubicBezTo>
                    <a:pt x="12013" y="16302"/>
                    <a:pt x="12889" y="17178"/>
                    <a:pt x="14203" y="17799"/>
                  </a:cubicBezTo>
                  <a:cubicBezTo>
                    <a:pt x="15481" y="18401"/>
                    <a:pt x="17307" y="18511"/>
                    <a:pt x="18913" y="17981"/>
                  </a:cubicBezTo>
                  <a:cubicBezTo>
                    <a:pt x="20282" y="17525"/>
                    <a:pt x="21286" y="16612"/>
                    <a:pt x="22071" y="15553"/>
                  </a:cubicBezTo>
                  <a:cubicBezTo>
                    <a:pt x="22875" y="14440"/>
                    <a:pt x="23276" y="13052"/>
                    <a:pt x="23495" y="11391"/>
                  </a:cubicBezTo>
                  <a:cubicBezTo>
                    <a:pt x="23605" y="10533"/>
                    <a:pt x="23660" y="9712"/>
                    <a:pt x="23842" y="8945"/>
                  </a:cubicBezTo>
                  <a:cubicBezTo>
                    <a:pt x="24371" y="6736"/>
                    <a:pt x="25266" y="4838"/>
                    <a:pt x="27767" y="4491"/>
                  </a:cubicBezTo>
                  <a:cubicBezTo>
                    <a:pt x="27803" y="4655"/>
                    <a:pt x="27840" y="4801"/>
                    <a:pt x="27876" y="4965"/>
                  </a:cubicBezTo>
                  <a:cubicBezTo>
                    <a:pt x="27913" y="5130"/>
                    <a:pt x="27949" y="5294"/>
                    <a:pt x="27949" y="5458"/>
                  </a:cubicBezTo>
                  <a:cubicBezTo>
                    <a:pt x="27913" y="5623"/>
                    <a:pt x="27639" y="5714"/>
                    <a:pt x="27511" y="5805"/>
                  </a:cubicBezTo>
                  <a:cubicBezTo>
                    <a:pt x="27384" y="5933"/>
                    <a:pt x="27238" y="6061"/>
                    <a:pt x="27091" y="6170"/>
                  </a:cubicBezTo>
                  <a:cubicBezTo>
                    <a:pt x="26124" y="7211"/>
                    <a:pt x="25576" y="8708"/>
                    <a:pt x="25302" y="10405"/>
                  </a:cubicBezTo>
                  <a:cubicBezTo>
                    <a:pt x="25156" y="11318"/>
                    <a:pt x="25120" y="12194"/>
                    <a:pt x="24956" y="13052"/>
                  </a:cubicBezTo>
                  <a:cubicBezTo>
                    <a:pt x="24773" y="13819"/>
                    <a:pt x="24518" y="14549"/>
                    <a:pt x="24171" y="15261"/>
                  </a:cubicBezTo>
                  <a:cubicBezTo>
                    <a:pt x="23550" y="16557"/>
                    <a:pt x="22619" y="17689"/>
                    <a:pt x="21451" y="18547"/>
                  </a:cubicBezTo>
                  <a:cubicBezTo>
                    <a:pt x="20191" y="19533"/>
                    <a:pt x="18658" y="20099"/>
                    <a:pt x="17069" y="20172"/>
                  </a:cubicBezTo>
                  <a:cubicBezTo>
                    <a:pt x="14642" y="20281"/>
                    <a:pt x="12250" y="19405"/>
                    <a:pt x="10479" y="17744"/>
                  </a:cubicBezTo>
                  <a:cubicBezTo>
                    <a:pt x="8873" y="16229"/>
                    <a:pt x="7668" y="14312"/>
                    <a:pt x="7029" y="12176"/>
                  </a:cubicBezTo>
                  <a:cubicBezTo>
                    <a:pt x="6518" y="10588"/>
                    <a:pt x="6153" y="8945"/>
                    <a:pt x="5952" y="7266"/>
                  </a:cubicBezTo>
                  <a:cubicBezTo>
                    <a:pt x="4419" y="6992"/>
                    <a:pt x="3031" y="6207"/>
                    <a:pt x="2027" y="5020"/>
                  </a:cubicBezTo>
                  <a:cubicBezTo>
                    <a:pt x="987" y="3870"/>
                    <a:pt x="275" y="2446"/>
                    <a:pt x="1" y="913"/>
                  </a:cubicBezTo>
                  <a:cubicBezTo>
                    <a:pt x="804" y="694"/>
                    <a:pt x="1626" y="493"/>
                    <a:pt x="2484" y="329"/>
                  </a:cubicBezTo>
                  <a:cubicBezTo>
                    <a:pt x="2885" y="1789"/>
                    <a:pt x="3469" y="3085"/>
                    <a:pt x="4437" y="4053"/>
                  </a:cubicBezTo>
                  <a:cubicBezTo>
                    <a:pt x="4912" y="4564"/>
                    <a:pt x="5532" y="4929"/>
                    <a:pt x="6208" y="5111"/>
                  </a:cubicBezTo>
                  <a:cubicBezTo>
                    <a:pt x="6974" y="5276"/>
                    <a:pt x="7796" y="5130"/>
                    <a:pt x="8453" y="4692"/>
                  </a:cubicBezTo>
                  <a:cubicBezTo>
                    <a:pt x="9786" y="3815"/>
                    <a:pt x="10479" y="2136"/>
                    <a:pt x="10698" y="91"/>
                  </a:cubicBezTo>
                  <a:cubicBezTo>
                    <a:pt x="10698" y="55"/>
                    <a:pt x="10717" y="18"/>
                    <a:pt x="107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623;p57"/>
            <p:cNvSpPr/>
            <p:nvPr/>
          </p:nvSpPr>
          <p:spPr>
            <a:xfrm>
              <a:off x="7046640" y="2649600"/>
              <a:ext cx="222480" cy="23148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7011" h="7303">
                  <a:moveTo>
                    <a:pt x="3469" y="56"/>
                  </a:moveTo>
                  <a:cubicBezTo>
                    <a:pt x="4473" y="1"/>
                    <a:pt x="5440" y="402"/>
                    <a:pt x="6097" y="1169"/>
                  </a:cubicBezTo>
                  <a:cubicBezTo>
                    <a:pt x="6681" y="1808"/>
                    <a:pt x="6992" y="2629"/>
                    <a:pt x="7010" y="3487"/>
                  </a:cubicBezTo>
                  <a:cubicBezTo>
                    <a:pt x="7010" y="4418"/>
                    <a:pt x="6627" y="5295"/>
                    <a:pt x="5933" y="5915"/>
                  </a:cubicBezTo>
                  <a:cubicBezTo>
                    <a:pt x="5312" y="6518"/>
                    <a:pt x="4546" y="6919"/>
                    <a:pt x="3706" y="7084"/>
                  </a:cubicBezTo>
                  <a:cubicBezTo>
                    <a:pt x="2264" y="7303"/>
                    <a:pt x="1077" y="6372"/>
                    <a:pt x="548" y="5349"/>
                  </a:cubicBezTo>
                  <a:cubicBezTo>
                    <a:pt x="347" y="5003"/>
                    <a:pt x="219" y="4619"/>
                    <a:pt x="164" y="4218"/>
                  </a:cubicBezTo>
                  <a:cubicBezTo>
                    <a:pt x="0" y="2319"/>
                    <a:pt x="949" y="914"/>
                    <a:pt x="2136" y="348"/>
                  </a:cubicBezTo>
                  <a:cubicBezTo>
                    <a:pt x="2556" y="183"/>
                    <a:pt x="3012" y="74"/>
                    <a:pt x="3469" y="5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624;p57"/>
            <p:cNvSpPr/>
            <p:nvPr/>
          </p:nvSpPr>
          <p:spPr>
            <a:xfrm>
              <a:off x="7092720" y="2689560"/>
              <a:ext cx="145800" cy="134280"/>
            </a:xfrm>
            <a:custGeom>
              <a:avLst/>
              <a:gdLst>
                <a:gd name="textAreaLeft" fmla="*/ 0 w 145800"/>
                <a:gd name="textAreaRight" fmla="*/ 146160 w 1458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4601" h="4236">
                  <a:moveTo>
                    <a:pt x="1917" y="110"/>
                  </a:moveTo>
                  <a:cubicBezTo>
                    <a:pt x="2666" y="0"/>
                    <a:pt x="3414" y="347"/>
                    <a:pt x="3834" y="986"/>
                  </a:cubicBezTo>
                  <a:cubicBezTo>
                    <a:pt x="3925" y="1114"/>
                    <a:pt x="3998" y="1260"/>
                    <a:pt x="4071" y="1406"/>
                  </a:cubicBezTo>
                  <a:cubicBezTo>
                    <a:pt x="4601" y="2739"/>
                    <a:pt x="3725" y="4217"/>
                    <a:pt x="2282" y="4236"/>
                  </a:cubicBezTo>
                  <a:cubicBezTo>
                    <a:pt x="1169" y="4236"/>
                    <a:pt x="165" y="3505"/>
                    <a:pt x="55" y="2428"/>
                  </a:cubicBezTo>
                  <a:cubicBezTo>
                    <a:pt x="0" y="1753"/>
                    <a:pt x="256" y="1077"/>
                    <a:pt x="785" y="639"/>
                  </a:cubicBezTo>
                  <a:cubicBezTo>
                    <a:pt x="1096" y="365"/>
                    <a:pt x="1497" y="165"/>
                    <a:pt x="1917" y="11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320" bIns="67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4" name="Google Shape;625;p57"/>
          <p:cNvGrpSpPr/>
          <p:nvPr/>
        </p:nvGrpSpPr>
        <p:grpSpPr>
          <a:xfrm>
            <a:off x="5424840" y="2655000"/>
            <a:ext cx="726480" cy="497520"/>
            <a:chOff x="5424840" y="2655000"/>
            <a:chExt cx="726480" cy="497520"/>
          </a:xfrm>
        </p:grpSpPr>
        <p:sp>
          <p:nvSpPr>
            <p:cNvPr id="465" name="Google Shape;626;p57"/>
            <p:cNvSpPr/>
            <p:nvPr/>
          </p:nvSpPr>
          <p:spPr>
            <a:xfrm>
              <a:off x="5424840" y="2655000"/>
              <a:ext cx="726480" cy="497520"/>
            </a:xfrm>
            <a:custGeom>
              <a:avLst/>
              <a:gdLst>
                <a:gd name="textAreaLeft" fmla="*/ 0 w 726480"/>
                <a:gd name="textAreaRight" fmla="*/ 726840 w 726480"/>
                <a:gd name="textAreaTop" fmla="*/ 0 h 497520"/>
                <a:gd name="textAreaBottom" fmla="*/ 497880 h 497520"/>
              </a:gdLst>
              <a:ahLst/>
              <a:cxnLst/>
              <a:rect l="textAreaLeft" t="textAreaTop" r="textAreaRight" b="textAreaBottom"/>
              <a:pathLst>
                <a:path w="11815" h="8090">
                  <a:moveTo>
                    <a:pt x="1" y="1"/>
                  </a:moveTo>
                  <a:lnTo>
                    <a:pt x="1" y="8090"/>
                  </a:lnTo>
                  <a:lnTo>
                    <a:pt x="11815" y="8090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627;p57"/>
            <p:cNvSpPr/>
            <p:nvPr/>
          </p:nvSpPr>
          <p:spPr>
            <a:xfrm>
              <a:off x="5486400" y="3108960"/>
              <a:ext cx="44280" cy="4356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w="725" h="711">
                  <a:moveTo>
                    <a:pt x="0" y="0"/>
                  </a:moveTo>
                  <a:lnTo>
                    <a:pt x="0" y="711"/>
                  </a:lnTo>
                  <a:lnTo>
                    <a:pt x="725" y="711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960" bIns="21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628;p57"/>
            <p:cNvSpPr/>
            <p:nvPr/>
          </p:nvSpPr>
          <p:spPr>
            <a:xfrm>
              <a:off x="5580000" y="2983320"/>
              <a:ext cx="43560" cy="169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711" h="2755">
                  <a:moveTo>
                    <a:pt x="0" y="0"/>
                  </a:moveTo>
                  <a:lnTo>
                    <a:pt x="0" y="2755"/>
                  </a:lnTo>
                  <a:lnTo>
                    <a:pt x="710" y="275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629;p57"/>
            <p:cNvSpPr/>
            <p:nvPr/>
          </p:nvSpPr>
          <p:spPr>
            <a:xfrm>
              <a:off x="5672880" y="2903760"/>
              <a:ext cx="43560" cy="2484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711" h="4045">
                  <a:moveTo>
                    <a:pt x="1" y="0"/>
                  </a:moveTo>
                  <a:lnTo>
                    <a:pt x="1" y="4045"/>
                  </a:lnTo>
                  <a:lnTo>
                    <a:pt x="711" y="404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630;p57"/>
            <p:cNvSpPr/>
            <p:nvPr/>
          </p:nvSpPr>
          <p:spPr>
            <a:xfrm>
              <a:off x="5766480" y="2789640"/>
              <a:ext cx="43560" cy="3628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62880"/>
                <a:gd name="textAreaBottom" fmla="*/ 363240 h 362880"/>
              </a:gdLst>
              <a:ahLst/>
              <a:cxnLst/>
              <a:rect l="textAreaLeft" t="textAreaTop" r="textAreaRight" b="textAreaBottom"/>
              <a:pathLst>
                <a:path w="711" h="5901">
                  <a:moveTo>
                    <a:pt x="1" y="1"/>
                  </a:moveTo>
                  <a:lnTo>
                    <a:pt x="1" y="5901"/>
                  </a:lnTo>
                  <a:lnTo>
                    <a:pt x="711" y="5901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631;p57"/>
            <p:cNvSpPr/>
            <p:nvPr/>
          </p:nvSpPr>
          <p:spPr>
            <a:xfrm>
              <a:off x="5859360" y="2700360"/>
              <a:ext cx="43560" cy="4518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711" h="7350">
                  <a:moveTo>
                    <a:pt x="0" y="0"/>
                  </a:moveTo>
                  <a:lnTo>
                    <a:pt x="0" y="7350"/>
                  </a:lnTo>
                  <a:lnTo>
                    <a:pt x="711" y="735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632;p57"/>
            <p:cNvSpPr/>
            <p:nvPr/>
          </p:nvSpPr>
          <p:spPr>
            <a:xfrm>
              <a:off x="5951880" y="3037680"/>
              <a:ext cx="44280" cy="114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726" h="1871">
                  <a:moveTo>
                    <a:pt x="1" y="1"/>
                  </a:moveTo>
                  <a:lnTo>
                    <a:pt x="1" y="1871"/>
                  </a:lnTo>
                  <a:lnTo>
                    <a:pt x="726" y="1871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633;p57"/>
            <p:cNvSpPr/>
            <p:nvPr/>
          </p:nvSpPr>
          <p:spPr>
            <a:xfrm>
              <a:off x="6045840" y="2890440"/>
              <a:ext cx="43560" cy="2620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262080"/>
                <a:gd name="textAreaBottom" fmla="*/ 262440 h 262080"/>
              </a:gdLst>
              <a:ahLst/>
              <a:cxnLst/>
              <a:rect l="textAreaLeft" t="textAreaTop" r="textAreaRight" b="textAreaBottom"/>
              <a:pathLst>
                <a:path w="712" h="4263">
                  <a:moveTo>
                    <a:pt x="1" y="1"/>
                  </a:moveTo>
                  <a:lnTo>
                    <a:pt x="1" y="4263"/>
                  </a:lnTo>
                  <a:lnTo>
                    <a:pt x="711" y="4263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3" name="Google Shape;634;p57"/>
          <p:cNvSpPr/>
          <p:nvPr/>
        </p:nvSpPr>
        <p:spPr>
          <a:xfrm flipH="1">
            <a:off x="5506920" y="1176840"/>
            <a:ext cx="532800" cy="497520"/>
          </a:xfrm>
          <a:custGeom>
            <a:avLst/>
            <a:gdLst>
              <a:gd name="textAreaLeft" fmla="*/ 360 w 532800"/>
              <a:gd name="textAreaRight" fmla="*/ 533520 w 532800"/>
              <a:gd name="textAreaTop" fmla="*/ 0 h 497520"/>
              <a:gd name="textAreaBottom" fmla="*/ 497880 h 497520"/>
            </a:gdLst>
            <a:ahLst/>
            <a:cxnLst/>
            <a:rect l="textAreaLeft" t="textAreaTop" r="textAreaRight" b="textAreaBottom"/>
            <a:pathLst>
              <a:path w="10565" h="9866">
                <a:moveTo>
                  <a:pt x="4552" y="1"/>
                </a:moveTo>
                <a:cubicBezTo>
                  <a:pt x="2229" y="1"/>
                  <a:pt x="0" y="1811"/>
                  <a:pt x="0" y="4539"/>
                </a:cubicBezTo>
                <a:cubicBezTo>
                  <a:pt x="0" y="6145"/>
                  <a:pt x="876" y="7642"/>
                  <a:pt x="2282" y="8463"/>
                </a:cubicBezTo>
                <a:cubicBezTo>
                  <a:pt x="2191" y="8902"/>
                  <a:pt x="2081" y="9358"/>
                  <a:pt x="1917" y="9778"/>
                </a:cubicBezTo>
                <a:cubicBezTo>
                  <a:pt x="1903" y="9831"/>
                  <a:pt x="1949" y="9865"/>
                  <a:pt x="1988" y="9865"/>
                </a:cubicBezTo>
                <a:cubicBezTo>
                  <a:pt x="2003" y="9865"/>
                  <a:pt x="2017" y="9861"/>
                  <a:pt x="2026" y="9851"/>
                </a:cubicBezTo>
                <a:lnTo>
                  <a:pt x="2884" y="8755"/>
                </a:lnTo>
                <a:cubicBezTo>
                  <a:pt x="3395" y="8956"/>
                  <a:pt x="3961" y="9048"/>
                  <a:pt x="4527" y="9048"/>
                </a:cubicBezTo>
                <a:cubicBezTo>
                  <a:pt x="4535" y="9048"/>
                  <a:pt x="4542" y="9048"/>
                  <a:pt x="4550" y="9048"/>
                </a:cubicBezTo>
                <a:cubicBezTo>
                  <a:pt x="8551" y="9048"/>
                  <a:pt x="10564" y="4186"/>
                  <a:pt x="7722" y="1344"/>
                </a:cubicBezTo>
                <a:cubicBezTo>
                  <a:pt x="6800" y="416"/>
                  <a:pt x="5665" y="1"/>
                  <a:pt x="4552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4" name="Google Shape;635;p57"/>
          <p:cNvSpPr/>
          <p:nvPr/>
        </p:nvSpPr>
        <p:spPr>
          <a:xfrm flipH="1">
            <a:off x="5643000" y="1283040"/>
            <a:ext cx="336960" cy="285480"/>
          </a:xfrm>
          <a:custGeom>
            <a:avLst/>
            <a:gdLst>
              <a:gd name="textAreaLeft" fmla="*/ 360 w 336960"/>
              <a:gd name="textAreaRight" fmla="*/ 337680 w 336960"/>
              <a:gd name="textAreaTop" fmla="*/ 0 h 285480"/>
              <a:gd name="textAreaBottom" fmla="*/ 285840 h 285480"/>
            </a:gdLst>
            <a:ahLst/>
            <a:cxnLst/>
            <a:rect l="textAreaLeft" t="textAreaTop" r="textAreaRight" b="textAreaBottom"/>
            <a:pathLst>
              <a:path w="6682" h="5662">
                <a:moveTo>
                  <a:pt x="1721" y="1"/>
                </a:moveTo>
                <a:cubicBezTo>
                  <a:pt x="861" y="1"/>
                  <a:pt x="1" y="606"/>
                  <a:pt x="1" y="1700"/>
                </a:cubicBezTo>
                <a:cubicBezTo>
                  <a:pt x="1" y="3599"/>
                  <a:pt x="3341" y="5662"/>
                  <a:pt x="3341" y="5662"/>
                </a:cubicBezTo>
                <a:cubicBezTo>
                  <a:pt x="3341" y="5662"/>
                  <a:pt x="6682" y="3380"/>
                  <a:pt x="6682" y="1700"/>
                </a:cubicBezTo>
                <a:cubicBezTo>
                  <a:pt x="6682" y="769"/>
                  <a:pt x="5915" y="3"/>
                  <a:pt x="4984" y="3"/>
                </a:cubicBezTo>
                <a:cubicBezTo>
                  <a:pt x="4218" y="3"/>
                  <a:pt x="3560" y="496"/>
                  <a:pt x="3341" y="1226"/>
                </a:cubicBezTo>
                <a:cubicBezTo>
                  <a:pt x="3098" y="389"/>
                  <a:pt x="2410" y="1"/>
                  <a:pt x="1721" y="1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5" name="Google Shape;636;p57"/>
          <p:cNvSpPr/>
          <p:nvPr/>
        </p:nvSpPr>
        <p:spPr>
          <a:xfrm flipH="1">
            <a:off x="5675400" y="1377360"/>
            <a:ext cx="283320" cy="104760"/>
          </a:xfrm>
          <a:custGeom>
            <a:avLst/>
            <a:gdLst>
              <a:gd name="textAreaLeft" fmla="*/ -360 w 283320"/>
              <a:gd name="textAreaRight" fmla="*/ 283320 w 283320"/>
              <a:gd name="textAreaTop" fmla="*/ 0 h 104760"/>
              <a:gd name="textAreaBottom" fmla="*/ 105120 h 104760"/>
            </a:gdLst>
            <a:ahLst/>
            <a:cxnLst/>
            <a:rect l="textAreaLeft" t="textAreaTop" r="textAreaRight" b="textAreaBottom"/>
            <a:pathLst>
              <a:path w="5623" h="2082">
                <a:moveTo>
                  <a:pt x="2428" y="1"/>
                </a:moveTo>
                <a:cubicBezTo>
                  <a:pt x="2410" y="1"/>
                  <a:pt x="2392" y="19"/>
                  <a:pt x="2373" y="37"/>
                </a:cubicBezTo>
                <a:lnTo>
                  <a:pt x="2081" y="1078"/>
                </a:lnTo>
                <a:lnTo>
                  <a:pt x="0" y="1078"/>
                </a:lnTo>
                <a:cubicBezTo>
                  <a:pt x="18" y="1114"/>
                  <a:pt x="55" y="1151"/>
                  <a:pt x="73" y="1187"/>
                </a:cubicBezTo>
                <a:lnTo>
                  <a:pt x="2136" y="1187"/>
                </a:lnTo>
                <a:cubicBezTo>
                  <a:pt x="2154" y="1187"/>
                  <a:pt x="2191" y="1169"/>
                  <a:pt x="2191" y="1151"/>
                </a:cubicBezTo>
                <a:lnTo>
                  <a:pt x="2428" y="293"/>
                </a:lnTo>
                <a:lnTo>
                  <a:pt x="2885" y="2027"/>
                </a:lnTo>
                <a:cubicBezTo>
                  <a:pt x="2903" y="2045"/>
                  <a:pt x="2921" y="2063"/>
                  <a:pt x="2939" y="2082"/>
                </a:cubicBezTo>
                <a:cubicBezTo>
                  <a:pt x="2976" y="2082"/>
                  <a:pt x="2994" y="2063"/>
                  <a:pt x="2994" y="2027"/>
                </a:cubicBezTo>
                <a:lnTo>
                  <a:pt x="3487" y="804"/>
                </a:lnTo>
                <a:lnTo>
                  <a:pt x="3651" y="1406"/>
                </a:lnTo>
                <a:cubicBezTo>
                  <a:pt x="3651" y="1425"/>
                  <a:pt x="3688" y="1443"/>
                  <a:pt x="3706" y="1443"/>
                </a:cubicBezTo>
                <a:lnTo>
                  <a:pt x="5532" y="1443"/>
                </a:lnTo>
                <a:cubicBezTo>
                  <a:pt x="5568" y="1406"/>
                  <a:pt x="5605" y="1370"/>
                  <a:pt x="5623" y="1315"/>
                </a:cubicBezTo>
                <a:lnTo>
                  <a:pt x="5623" y="1315"/>
                </a:lnTo>
                <a:lnTo>
                  <a:pt x="3761" y="1333"/>
                </a:lnTo>
                <a:lnTo>
                  <a:pt x="3578" y="585"/>
                </a:lnTo>
                <a:cubicBezTo>
                  <a:pt x="3578" y="567"/>
                  <a:pt x="3560" y="548"/>
                  <a:pt x="3523" y="548"/>
                </a:cubicBezTo>
                <a:cubicBezTo>
                  <a:pt x="3505" y="548"/>
                  <a:pt x="3469" y="567"/>
                  <a:pt x="3469" y="585"/>
                </a:cubicBezTo>
                <a:lnTo>
                  <a:pt x="2976" y="1826"/>
                </a:lnTo>
                <a:lnTo>
                  <a:pt x="2501" y="37"/>
                </a:lnTo>
                <a:cubicBezTo>
                  <a:pt x="2483" y="19"/>
                  <a:pt x="2465" y="1"/>
                  <a:pt x="2428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6" name="Google Shape;637;p57"/>
          <p:cNvSpPr/>
          <p:nvPr/>
        </p:nvSpPr>
        <p:spPr>
          <a:xfrm>
            <a:off x="7307280" y="873360"/>
            <a:ext cx="415080" cy="410760"/>
          </a:xfrm>
          <a:custGeom>
            <a:avLst/>
            <a:gdLst>
              <a:gd name="textAreaLeft" fmla="*/ 0 w 415080"/>
              <a:gd name="textAreaRight" fmla="*/ 415440 w 415080"/>
              <a:gd name="textAreaTop" fmla="*/ 0 h 410760"/>
              <a:gd name="textAreaBottom" fmla="*/ 411120 h 410760"/>
            </a:gdLst>
            <a:ahLst/>
            <a:cxnLst/>
            <a:rect l="textAreaLeft" t="textAreaTop" r="textAreaRight" b="textAreaBottom"/>
            <a:pathLst>
              <a:path w="5712" h="5654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46220" y="967681"/>
            <a:ext cx="4824000" cy="32140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  <a:t>CURALENS</a:t>
            </a:r>
            <a:b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</a:br>
            <a:b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Alata"/>
                <a:ea typeface="Alata"/>
              </a:rPr>
            </a:b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  <a:t>Domain Name : Health Care Technology </a:t>
            </a:r>
            <a:b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</a:b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  <a:t>Problem Statement : Simplifying Medical Lab Reports </a:t>
            </a:r>
            <a:b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</a:b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  <a:t>Team ID : KGH216 </a:t>
            </a:r>
            <a:b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</a:b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  <a:t>Team Name : TECH TITA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Dubai" panose="020B0503030403030204" pitchFamily="34" charset="-78"/>
                <a:ea typeface="Alata"/>
                <a:cs typeface="Dubai" panose="020B0503030403030204" pitchFamily="34" charset="-78"/>
              </a:rPr>
              <a:t>NS 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subTitle"/>
          </p:nvPr>
        </p:nvSpPr>
        <p:spPr>
          <a:xfrm>
            <a:off x="646560" y="1748160"/>
            <a:ext cx="3590640" cy="90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See Your Health Clearly with AI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9" name="Google Shape;640;p57"/>
          <p:cNvSpPr/>
          <p:nvPr/>
        </p:nvSpPr>
        <p:spPr>
          <a:xfrm>
            <a:off x="4590720" y="3972600"/>
            <a:ext cx="145440" cy="145440"/>
          </a:xfrm>
          <a:custGeom>
            <a:avLst/>
            <a:gdLst>
              <a:gd name="textAreaLeft" fmla="*/ 0 w 145440"/>
              <a:gd name="textAreaRight" fmla="*/ 145800 w 145440"/>
              <a:gd name="textAreaTop" fmla="*/ 0 h 145440"/>
              <a:gd name="textAreaBottom" fmla="*/ 145800 h 145440"/>
            </a:gdLst>
            <a:ahLst/>
            <a:cxnLst/>
            <a:rect l="textAreaLeft" t="textAreaTop" r="textAreaRight" b="textAreaBottom"/>
            <a:pathLst>
              <a:path w="1546" h="1546" fill="none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w="19325" cap="rnd">
            <a:solidFill>
              <a:srgbClr val="C3D9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720" bIns="72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0" name="Google Shape;641;p57"/>
          <p:cNvSpPr/>
          <p:nvPr/>
        </p:nvSpPr>
        <p:spPr>
          <a:xfrm>
            <a:off x="8392320" y="1870920"/>
            <a:ext cx="227160" cy="194400"/>
          </a:xfrm>
          <a:custGeom>
            <a:avLst/>
            <a:gdLst>
              <a:gd name="textAreaLeft" fmla="*/ 0 w 227160"/>
              <a:gd name="textAreaRight" fmla="*/ 227520 w 227160"/>
              <a:gd name="textAreaTop" fmla="*/ 0 h 194400"/>
              <a:gd name="textAreaBottom" fmla="*/ 194760 h 194400"/>
            </a:gdLst>
            <a:ahLst/>
            <a:cxnLst/>
            <a:rect l="textAreaLeft" t="textAreaTop" r="textAreaRight" b="textAreaBottom"/>
            <a:pathLst>
              <a:path w="6814" h="5835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642;p57"/>
          <p:cNvSpPr/>
          <p:nvPr/>
        </p:nvSpPr>
        <p:spPr>
          <a:xfrm rot="2700000">
            <a:off x="4462920" y="3566880"/>
            <a:ext cx="207720" cy="207720"/>
          </a:xfrm>
          <a:custGeom>
            <a:avLst/>
            <a:gdLst>
              <a:gd name="textAreaLeft" fmla="*/ 0 w 207720"/>
              <a:gd name="textAreaRight" fmla="*/ 208080 w 20772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1769" h="1770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643;p57"/>
          <p:cNvSpPr/>
          <p:nvPr/>
        </p:nvSpPr>
        <p:spPr>
          <a:xfrm>
            <a:off x="5263920" y="2086920"/>
            <a:ext cx="227160" cy="227160"/>
          </a:xfrm>
          <a:custGeom>
            <a:avLst/>
            <a:gdLst>
              <a:gd name="textAreaLeft" fmla="*/ 0 w 227160"/>
              <a:gd name="textAreaRight" fmla="*/ 227520 w 227160"/>
              <a:gd name="textAreaTop" fmla="*/ 0 h 227160"/>
              <a:gd name="textAreaBottom" fmla="*/ 227520 h 2271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644;p57"/>
          <p:cNvSpPr/>
          <p:nvPr/>
        </p:nvSpPr>
        <p:spPr>
          <a:xfrm>
            <a:off x="5162760" y="1622520"/>
            <a:ext cx="429840" cy="425520"/>
          </a:xfrm>
          <a:custGeom>
            <a:avLst/>
            <a:gdLst>
              <a:gd name="textAreaLeft" fmla="*/ 0 w 429840"/>
              <a:gd name="textAreaRight" fmla="*/ 430200 w 429840"/>
              <a:gd name="textAreaTop" fmla="*/ 0 h 425520"/>
              <a:gd name="textAreaBottom" fmla="*/ 425880 h 425520"/>
            </a:gdLst>
            <a:ahLst/>
            <a:cxnLst/>
            <a:rect l="textAreaLeft" t="textAreaTop" r="textAreaRight" b="textAreaBottom"/>
            <a:pathLst>
              <a:path w="5712" h="5654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2809;p90"/>
          <p:cNvGrpSpPr/>
          <p:nvPr/>
        </p:nvGrpSpPr>
        <p:grpSpPr>
          <a:xfrm>
            <a:off x="282717" y="571500"/>
            <a:ext cx="8267700" cy="4434840"/>
            <a:chOff x="1138320" y="938520"/>
            <a:chExt cx="7290360" cy="3941280"/>
          </a:xfrm>
        </p:grpSpPr>
        <p:sp>
          <p:nvSpPr>
            <p:cNvPr id="485" name="Google Shape;2810;p90"/>
            <p:cNvSpPr/>
            <p:nvPr/>
          </p:nvSpPr>
          <p:spPr>
            <a:xfrm flipH="1">
              <a:off x="1137960" y="938520"/>
              <a:ext cx="7290360" cy="39412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2811;p90"/>
            <p:cNvSpPr/>
            <p:nvPr/>
          </p:nvSpPr>
          <p:spPr>
            <a:xfrm flipH="1">
              <a:off x="1212120" y="1206720"/>
              <a:ext cx="7143840" cy="36061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2812;p90"/>
            <p:cNvSpPr/>
            <p:nvPr/>
          </p:nvSpPr>
          <p:spPr>
            <a:xfrm flipH="1">
              <a:off x="1228320" y="1022760"/>
              <a:ext cx="106200" cy="106200"/>
            </a:xfrm>
            <a:custGeom>
              <a:avLst/>
              <a:gdLst>
                <a:gd name="textAreaLeft" fmla="*/ -360 w 106200"/>
                <a:gd name="textAreaRight" fmla="*/ 106200 w 10620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813;p90"/>
            <p:cNvSpPr/>
            <p:nvPr/>
          </p:nvSpPr>
          <p:spPr>
            <a:xfrm flipH="1">
              <a:off x="1401840" y="1022760"/>
              <a:ext cx="105840" cy="106200"/>
            </a:xfrm>
            <a:custGeom>
              <a:avLst/>
              <a:gdLst>
                <a:gd name="textAreaLeft" fmla="*/ 360 w 105840"/>
                <a:gd name="textAreaRight" fmla="*/ 106560 w 10584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814;p90"/>
            <p:cNvSpPr/>
            <p:nvPr/>
          </p:nvSpPr>
          <p:spPr>
            <a:xfrm flipH="1">
              <a:off x="1577880" y="1021320"/>
              <a:ext cx="128520" cy="109080"/>
            </a:xfrm>
            <a:custGeom>
              <a:avLst/>
              <a:gdLst>
                <a:gd name="textAreaLeft" fmla="*/ -360 w 128520"/>
                <a:gd name="textAreaRight" fmla="*/ 128520 w 12852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720" bIns="54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0" name="PlaceHolder 1"/>
          <p:cNvSpPr>
            <a:spLocks noGrp="1"/>
          </p:cNvSpPr>
          <p:nvPr>
            <p:ph type="subTitle"/>
          </p:nvPr>
        </p:nvSpPr>
        <p:spPr>
          <a:xfrm>
            <a:off x="3646851" y="1761676"/>
            <a:ext cx="447624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chemeClr val="dk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1 .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What problem are you solving?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Many patients cannot understand laboratory reports because they contain complex medical terms and values.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2.Who is affected?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Patients and junior healthcare professionals who need quick interpretation of lab results.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3.Why is this problem important?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Misunderstanding reports can cause anxiety, confusion, and incorrect health decisions..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title"/>
          </p:nvPr>
        </p:nvSpPr>
        <p:spPr>
          <a:xfrm>
            <a:off x="3646851" y="695558"/>
            <a:ext cx="4903566" cy="9420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Alata"/>
              </a:rPr>
              <a:t>Problem Statement 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92" name="Google Shape;2817;p90"/>
          <p:cNvPicPr/>
          <p:nvPr/>
        </p:nvPicPr>
        <p:blipFill>
          <a:blip r:embed="rId2"/>
          <a:srcRect l="37815" r="8706"/>
          <a:stretch/>
        </p:blipFill>
        <p:spPr>
          <a:xfrm>
            <a:off x="898936" y="1057094"/>
            <a:ext cx="2668304" cy="3332026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 492"/>
          <p:cNvSpPr/>
          <p:nvPr/>
        </p:nvSpPr>
        <p:spPr>
          <a:xfrm>
            <a:off x="4842540" y="834976"/>
            <a:ext cx="2716500" cy="4616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Calibri"/>
              </a:rPr>
              <a:t>Proposed  Solution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4" name="Rectangle 493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CURALENS is an AI-powered system that reads laboratory reports, analyzes the test values, and explains the results in simple language.</a:t>
            </a:r>
          </a:p>
          <a:p>
            <a:pPr algn="just">
              <a:tabLst>
                <a:tab pos="0" algn="l"/>
              </a:tabLst>
            </a:pP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just"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What makes it unique?</a:t>
            </a:r>
          </a:p>
          <a:p>
            <a:pPr algn="just"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It uses OCR and AI to automatically interpret lab reports and provide easy-to-understand health insights.</a:t>
            </a:r>
          </a:p>
          <a:p>
            <a:pPr algn="just">
              <a:tabLst>
                <a:tab pos="0" algn="l"/>
              </a:tabLst>
            </a:pPr>
            <a:endParaRPr lang="en-US" sz="1400" dirty="0">
              <a:solidFill>
                <a:srgbClr val="000000"/>
              </a:solidFill>
              <a:latin typeface="OpenSymbol"/>
            </a:endParaRPr>
          </a:p>
          <a:p>
            <a:pPr algn="just"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How it solves the problem</a:t>
            </a:r>
            <a:r>
              <a:rPr lang="en-US" sz="1400" b="1" dirty="0">
                <a:solidFill>
                  <a:srgbClr val="000000"/>
                </a:solidFill>
                <a:latin typeface="OpenSymbol"/>
              </a:rPr>
              <a:t>?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just"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It helps users quickly understand their medical results, reduces confusion, and improves health awareness.</a:t>
            </a:r>
          </a:p>
        </p:txBody>
      </p:sp>
      <p:pic>
        <p:nvPicPr>
          <p:cNvPr id="495" name="image69a9228043f7b" descr="image69a9228043f8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497"/>
          <p:cNvSpPr/>
          <p:nvPr/>
        </p:nvSpPr>
        <p:spPr>
          <a:xfrm>
            <a:off x="4896993" y="632894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SYSTEM ARCHITECTURE : </a:t>
            </a: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9" name="Rectangle 49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00" name="image69a922805448d" descr="image69a9228054491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37ACF7-6156-3E2C-116D-482B8044D5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065" y="1013098"/>
            <a:ext cx="2796349" cy="3841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" name="Google Shape;2809;p90"/>
          <p:cNvGrpSpPr/>
          <p:nvPr/>
        </p:nvGrpSpPr>
        <p:grpSpPr>
          <a:xfrm>
            <a:off x="1138320" y="938520"/>
            <a:ext cx="7290360" cy="3941280"/>
            <a:chOff x="1138320" y="938520"/>
            <a:chExt cx="7290360" cy="3941280"/>
          </a:xfrm>
        </p:grpSpPr>
        <p:sp>
          <p:nvSpPr>
            <p:cNvPr id="812" name="Google Shape;2810;p90"/>
            <p:cNvSpPr/>
            <p:nvPr/>
          </p:nvSpPr>
          <p:spPr>
            <a:xfrm flipH="1">
              <a:off x="1137960" y="938520"/>
              <a:ext cx="7290360" cy="3941280"/>
            </a:xfrm>
            <a:prstGeom prst="roundRect">
              <a:avLst>
                <a:gd name="adj" fmla="val 4601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2811;p90"/>
            <p:cNvSpPr/>
            <p:nvPr/>
          </p:nvSpPr>
          <p:spPr>
            <a:xfrm flipH="1">
              <a:off x="1212120" y="1206720"/>
              <a:ext cx="7143840" cy="3606120"/>
            </a:xfrm>
            <a:prstGeom prst="roundRect">
              <a:avLst>
                <a:gd name="adj" fmla="val 4795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2812;p90"/>
            <p:cNvSpPr/>
            <p:nvPr/>
          </p:nvSpPr>
          <p:spPr>
            <a:xfrm flipH="1">
              <a:off x="1228320" y="1022760"/>
              <a:ext cx="106200" cy="106200"/>
            </a:xfrm>
            <a:custGeom>
              <a:avLst/>
              <a:gdLst>
                <a:gd name="textAreaLeft" fmla="*/ -360 w 106200"/>
                <a:gd name="textAreaRight" fmla="*/ 106200 w 10620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9" h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2813;p90"/>
            <p:cNvSpPr/>
            <p:nvPr/>
          </p:nvSpPr>
          <p:spPr>
            <a:xfrm flipH="1">
              <a:off x="1401840" y="1022760"/>
              <a:ext cx="105840" cy="106200"/>
            </a:xfrm>
            <a:custGeom>
              <a:avLst/>
              <a:gdLst>
                <a:gd name="textAreaLeft" fmla="*/ 360 w 105840"/>
                <a:gd name="textAreaRight" fmla="*/ 106560 w 10584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348" h="349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2814;p90"/>
            <p:cNvSpPr/>
            <p:nvPr/>
          </p:nvSpPr>
          <p:spPr>
            <a:xfrm flipH="1">
              <a:off x="1577880" y="1021320"/>
              <a:ext cx="128520" cy="109080"/>
            </a:xfrm>
            <a:custGeom>
              <a:avLst/>
              <a:gdLst>
                <a:gd name="textAreaLeft" fmla="*/ -360 w 128520"/>
                <a:gd name="textAreaRight" fmla="*/ 128520 w 12852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422" h="359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720" bIns="54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17" name="PlaceHolder 1"/>
          <p:cNvSpPr>
            <a:spLocks noGrp="1"/>
          </p:cNvSpPr>
          <p:nvPr>
            <p:ph type="subTitle"/>
          </p:nvPr>
        </p:nvSpPr>
        <p:spPr>
          <a:xfrm>
            <a:off x="3676680" y="2066760"/>
            <a:ext cx="447624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The system works in the following steps: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User Input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: User logs in and uploads a laboratory report (PDF or image).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Processing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: OCR extracts the text → System detects lab test values → AI analyzes the values and compares them with reference ranges.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Output / Result 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: The system shows simplified explanations, risk levels, and health insights on the dashboard.</a:t>
            </a:r>
          </a:p>
        </p:txBody>
      </p:sp>
      <p:sp>
        <p:nvSpPr>
          <p:cNvPr id="818" name="PlaceHolder 2"/>
          <p:cNvSpPr>
            <a:spLocks noGrp="1"/>
          </p:cNvSpPr>
          <p:nvPr>
            <p:ph type="title"/>
          </p:nvPr>
        </p:nvSpPr>
        <p:spPr>
          <a:xfrm>
            <a:off x="3666960" y="1428840"/>
            <a:ext cx="4476240" cy="62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800" dirty="0">
                <a:solidFill>
                  <a:schemeClr val="dk1"/>
                </a:solidFill>
                <a:latin typeface="Bahnschrift" panose="020B0502040204020203" pitchFamily="34" charset="0"/>
              </a:rPr>
              <a:t>SYSTEM FLOW / WORKFLOW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Bahnschrift" panose="020B0502040204020203" pitchFamily="34" charset="0"/>
            </a:endParaRPr>
          </a:p>
        </p:txBody>
      </p:sp>
      <p:pic>
        <p:nvPicPr>
          <p:cNvPr id="819" name="Google Shape;2817;p90"/>
          <p:cNvPicPr/>
          <p:nvPr/>
        </p:nvPicPr>
        <p:blipFill>
          <a:blip r:embed="rId2"/>
          <a:srcRect l="37815" r="8706"/>
          <a:stretch/>
        </p:blipFill>
        <p:spPr>
          <a:xfrm>
            <a:off x="1380960" y="1661040"/>
            <a:ext cx="2186280" cy="272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ctangle 651"/>
          <p:cNvSpPr/>
          <p:nvPr/>
        </p:nvSpPr>
        <p:spPr>
          <a:xfrm>
            <a:off x="543187" y="914893"/>
            <a:ext cx="3842959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Berlin Sans FB" panose="020E0602020502020306" pitchFamily="34" charset="0"/>
              </a:rPr>
              <a:t>USER INTERACTION / ACTORS</a:t>
            </a:r>
          </a:p>
        </p:txBody>
      </p:sp>
      <p:sp>
        <p:nvSpPr>
          <p:cNvPr id="653" name="Rectangle 652"/>
          <p:cNvSpPr/>
          <p:nvPr/>
        </p:nvSpPr>
        <p:spPr>
          <a:xfrm>
            <a:off x="119441" y="1592391"/>
            <a:ext cx="4103154" cy="1901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571500" indent="-571500" algn="just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Users (Patients):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Upload lab reports, view AI analysis, and ask questions through the AI assistant.</a:t>
            </a:r>
          </a:p>
          <a:p>
            <a:pPr algn="just"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Alata"/>
            </a:endParaRPr>
          </a:p>
          <a:p>
            <a:pPr marL="571500" indent="-571500" algn="just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Junior Healthcare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Professionals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lata"/>
              </a:rPr>
              <a:t>:Use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ata"/>
              </a:rPr>
              <a:t> the system to quickly interpret laboratory results.</a:t>
            </a:r>
          </a:p>
          <a:p>
            <a:pPr algn="just"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Alata"/>
            </a:endParaRPr>
          </a:p>
          <a:p>
            <a:pPr marL="571500" indent="-571500" algn="just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Devices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lata"/>
              </a:rPr>
              <a:t>:Users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ata"/>
              </a:rPr>
              <a:t> access the system through computers or mobile devices.</a:t>
            </a:r>
          </a:p>
          <a:p>
            <a:pPr algn="just"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Arial Rounded MT Bold" panose="020F070403050403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External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Rounded MT Bold" panose="020F0704030504030204" pitchFamily="34" charset="0"/>
              </a:rPr>
              <a:t>Systems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lata"/>
              </a:rPr>
              <a:t>:Firebase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ata"/>
              </a:rPr>
              <a:t> services manage authentication, database storage, and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lata"/>
              </a:rPr>
              <a:t>notifications.Presentation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ata"/>
              </a:rPr>
              <a:t> Structure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54" name="image69a9228063fb3" descr="image69a9228063fb6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714240" y="552600"/>
            <a:ext cx="6631440" cy="4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800" dirty="0">
                <a:solidFill>
                  <a:schemeClr val="dk1"/>
                </a:solidFill>
                <a:latin typeface="Bahnschrift SemiBold" panose="020B0502040204020203" pitchFamily="34" charset="0"/>
              </a:rPr>
              <a:t>DATA / COMPONENT DESIGN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Bahnschrift SemiBold" panose="020B0502040204020203" pitchFamily="34" charset="0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subTitle"/>
          </p:nvPr>
        </p:nvSpPr>
        <p:spPr>
          <a:xfrm>
            <a:off x="5010660" y="1257540"/>
            <a:ext cx="3820920" cy="396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Database Structure: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Data is stored in Firebase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Firestore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with collections like Users, Reports, and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LabResults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Data Flow: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User uploads report → OCR extracts text → System detects test values → AI analyzes results → Data stored in database → Results shown on dashboard.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Module Interactions: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Frontend sends report to backend → OCR processes the report → AI engine analyzes values → Results are saved and displayed to the user.</a:t>
            </a:r>
          </a:p>
        </p:txBody>
      </p:sp>
      <p:sp>
        <p:nvSpPr>
          <p:cNvPr id="662" name="Google Shape;2656;p89"/>
          <p:cNvSpPr/>
          <p:nvPr/>
        </p:nvSpPr>
        <p:spPr>
          <a:xfrm>
            <a:off x="4203720" y="4066560"/>
            <a:ext cx="196560" cy="196560"/>
          </a:xfrm>
          <a:custGeom>
            <a:avLst/>
            <a:gdLst>
              <a:gd name="textAreaLeft" fmla="*/ 0 w 196560"/>
              <a:gd name="textAreaRight" fmla="*/ 196920 w 19656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63" name="Google Shape;2657;p89"/>
          <p:cNvGrpSpPr/>
          <p:nvPr/>
        </p:nvGrpSpPr>
        <p:grpSpPr>
          <a:xfrm>
            <a:off x="112320" y="1250100"/>
            <a:ext cx="4793040" cy="3309480"/>
            <a:chOff x="-95400" y="1376280"/>
            <a:chExt cx="4793040" cy="3309480"/>
          </a:xfrm>
        </p:grpSpPr>
        <p:grpSp>
          <p:nvGrpSpPr>
            <p:cNvPr id="664" name="Google Shape;2658;p89"/>
            <p:cNvGrpSpPr/>
            <p:nvPr/>
          </p:nvGrpSpPr>
          <p:grpSpPr>
            <a:xfrm>
              <a:off x="-95400" y="1376280"/>
              <a:ext cx="4287960" cy="2716920"/>
              <a:chOff x="-95400" y="1376280"/>
              <a:chExt cx="4287960" cy="2716920"/>
            </a:xfrm>
          </p:grpSpPr>
          <p:sp>
            <p:nvSpPr>
              <p:cNvPr id="665" name="Google Shape;2659;p89"/>
              <p:cNvSpPr/>
              <p:nvPr/>
            </p:nvSpPr>
            <p:spPr>
              <a:xfrm>
                <a:off x="-95400" y="1376280"/>
                <a:ext cx="4287960" cy="2716920"/>
              </a:xfrm>
              <a:custGeom>
                <a:avLst/>
                <a:gdLst>
                  <a:gd name="textAreaLeft" fmla="*/ 0 w 4287960"/>
                  <a:gd name="textAreaRight" fmla="*/ 4288320 w 4287960"/>
                  <a:gd name="textAreaTop" fmla="*/ 0 h 2716920"/>
                  <a:gd name="textAreaBottom" fmla="*/ 2717280 h 271692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6" name="Google Shape;2660;p89"/>
              <p:cNvSpPr/>
              <p:nvPr/>
            </p:nvSpPr>
            <p:spPr>
              <a:xfrm>
                <a:off x="-36360" y="1598400"/>
                <a:ext cx="4169880" cy="2427120"/>
              </a:xfrm>
              <a:custGeom>
                <a:avLst/>
                <a:gdLst>
                  <a:gd name="textAreaLeft" fmla="*/ 0 w 4169880"/>
                  <a:gd name="textAreaRight" fmla="*/ 4170240 w 4169880"/>
                  <a:gd name="textAreaTop" fmla="*/ 0 h 2427120"/>
                  <a:gd name="textAreaBottom" fmla="*/ 2427480 h 242712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2661;p89"/>
              <p:cNvSpPr/>
              <p:nvPr/>
            </p:nvSpPr>
            <p:spPr>
              <a:xfrm>
                <a:off x="3993480" y="1430640"/>
                <a:ext cx="108720" cy="108720"/>
              </a:xfrm>
              <a:custGeom>
                <a:avLst/>
                <a:gdLst>
                  <a:gd name="textAreaLeft" fmla="*/ 0 w 108720"/>
                  <a:gd name="textAreaRight" fmla="*/ 109080 w 10872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2662;p89"/>
              <p:cNvSpPr/>
              <p:nvPr/>
            </p:nvSpPr>
            <p:spPr>
              <a:xfrm>
                <a:off x="3817080" y="1430640"/>
                <a:ext cx="108360" cy="108720"/>
              </a:xfrm>
              <a:custGeom>
                <a:avLst/>
                <a:gdLst>
                  <a:gd name="textAreaLeft" fmla="*/ 0 w 108360"/>
                  <a:gd name="textAreaRight" fmla="*/ 108720 w 108360"/>
                  <a:gd name="textAreaTop" fmla="*/ 0 h 108720"/>
                  <a:gd name="textAreaBottom" fmla="*/ 109080 h 10872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2663;p89"/>
              <p:cNvSpPr/>
              <p:nvPr/>
            </p:nvSpPr>
            <p:spPr>
              <a:xfrm>
                <a:off x="3612960" y="1430640"/>
                <a:ext cx="131400" cy="11160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800" bIns="55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0" name="Google Shape;2664;p89"/>
            <p:cNvGrpSpPr/>
            <p:nvPr/>
          </p:nvGrpSpPr>
          <p:grpSpPr>
            <a:xfrm>
              <a:off x="155880" y="1808280"/>
              <a:ext cx="4541760" cy="2877480"/>
              <a:chOff x="155880" y="1808280"/>
              <a:chExt cx="4541760" cy="2877480"/>
            </a:xfrm>
          </p:grpSpPr>
          <p:sp>
            <p:nvSpPr>
              <p:cNvPr id="671" name="Google Shape;2665;p89"/>
              <p:cNvSpPr/>
              <p:nvPr/>
            </p:nvSpPr>
            <p:spPr>
              <a:xfrm>
                <a:off x="155880" y="1808280"/>
                <a:ext cx="4541760" cy="2877480"/>
              </a:xfrm>
              <a:custGeom>
                <a:avLst/>
                <a:gdLst>
                  <a:gd name="textAreaLeft" fmla="*/ 0 w 4541760"/>
                  <a:gd name="textAreaRight" fmla="*/ 4542120 w 4541760"/>
                  <a:gd name="textAreaTop" fmla="*/ 0 h 2877480"/>
                  <a:gd name="textAreaBottom" fmla="*/ 2877840 h 2877480"/>
                </a:gdLst>
                <a:ahLst/>
                <a:cxnLst/>
                <a:rect l="textAreaLeft" t="textAreaTop" r="textAreaRight" b="textAreaBottom"/>
                <a:pathLst>
                  <a:path w="13729" h="8699">
                    <a:moveTo>
                      <a:pt x="407" y="1"/>
                    </a:moveTo>
                    <a:cubicBezTo>
                      <a:pt x="175" y="1"/>
                      <a:pt x="1" y="175"/>
                      <a:pt x="1" y="392"/>
                    </a:cubicBezTo>
                    <a:lnTo>
                      <a:pt x="1" y="8292"/>
                    </a:lnTo>
                    <a:cubicBezTo>
                      <a:pt x="1" y="8524"/>
                      <a:pt x="175" y="8698"/>
                      <a:pt x="407" y="8698"/>
                    </a:cubicBezTo>
                    <a:lnTo>
                      <a:pt x="13322" y="8698"/>
                    </a:lnTo>
                    <a:cubicBezTo>
                      <a:pt x="13540" y="8698"/>
                      <a:pt x="13728" y="8524"/>
                      <a:pt x="13728" y="8292"/>
                    </a:cubicBezTo>
                    <a:lnTo>
                      <a:pt x="13728" y="392"/>
                    </a:lnTo>
                    <a:cubicBezTo>
                      <a:pt x="13728" y="175"/>
                      <a:pt x="13540" y="1"/>
                      <a:pt x="133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2" name="Google Shape;2666;p89"/>
              <p:cNvSpPr/>
              <p:nvPr/>
            </p:nvSpPr>
            <p:spPr>
              <a:xfrm>
                <a:off x="218520" y="2043360"/>
                <a:ext cx="4416480" cy="2570400"/>
              </a:xfrm>
              <a:custGeom>
                <a:avLst/>
                <a:gdLst>
                  <a:gd name="textAreaLeft" fmla="*/ 0 w 4416480"/>
                  <a:gd name="textAreaRight" fmla="*/ 4416840 w 4416480"/>
                  <a:gd name="textAreaTop" fmla="*/ 0 h 2570400"/>
                  <a:gd name="textAreaBottom" fmla="*/ 2570760 h 2570400"/>
                </a:gdLst>
                <a:ahLst/>
                <a:cxnLst/>
                <a:rect l="textAreaLeft" t="textAreaTop" r="textAreaRight" b="textAreaBottom"/>
                <a:pathLst>
                  <a:path w="13351" h="7771">
                    <a:moveTo>
                      <a:pt x="319" y="1"/>
                    </a:moveTo>
                    <a:cubicBezTo>
                      <a:pt x="145" y="1"/>
                      <a:pt x="0" y="131"/>
                      <a:pt x="0" y="305"/>
                    </a:cubicBezTo>
                    <a:lnTo>
                      <a:pt x="0" y="7452"/>
                    </a:lnTo>
                    <a:cubicBezTo>
                      <a:pt x="0" y="7626"/>
                      <a:pt x="145" y="7771"/>
                      <a:pt x="319" y="7771"/>
                    </a:cubicBezTo>
                    <a:lnTo>
                      <a:pt x="13032" y="7771"/>
                    </a:lnTo>
                    <a:cubicBezTo>
                      <a:pt x="13206" y="7771"/>
                      <a:pt x="13351" y="7626"/>
                      <a:pt x="13351" y="7452"/>
                    </a:cubicBezTo>
                    <a:lnTo>
                      <a:pt x="13351" y="305"/>
                    </a:lnTo>
                    <a:cubicBezTo>
                      <a:pt x="13351" y="131"/>
                      <a:pt x="13206" y="1"/>
                      <a:pt x="130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2667;p89"/>
              <p:cNvSpPr/>
              <p:nvPr/>
            </p:nvSpPr>
            <p:spPr>
              <a:xfrm>
                <a:off x="4486320" y="18658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9" h="349">
                    <a:moveTo>
                      <a:pt x="174" y="1"/>
                    </a:moveTo>
                    <a:cubicBezTo>
                      <a:pt x="87" y="1"/>
                      <a:pt x="0" y="88"/>
                      <a:pt x="0" y="175"/>
                    </a:cubicBezTo>
                    <a:cubicBezTo>
                      <a:pt x="0" y="276"/>
                      <a:pt x="87" y="348"/>
                      <a:pt x="174" y="348"/>
                    </a:cubicBezTo>
                    <a:cubicBezTo>
                      <a:pt x="276" y="348"/>
                      <a:pt x="348" y="276"/>
                      <a:pt x="348" y="175"/>
                    </a:cubicBezTo>
                    <a:cubicBezTo>
                      <a:pt x="348" y="88"/>
                      <a:pt x="276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2668;p89"/>
              <p:cNvSpPr/>
              <p:nvPr/>
            </p:nvSpPr>
            <p:spPr>
              <a:xfrm>
                <a:off x="4299480" y="1865880"/>
                <a:ext cx="114840" cy="1152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348" h="349">
                    <a:moveTo>
                      <a:pt x="174" y="1"/>
                    </a:moveTo>
                    <a:cubicBezTo>
                      <a:pt x="73" y="1"/>
                      <a:pt x="0" y="88"/>
                      <a:pt x="0" y="175"/>
                    </a:cubicBezTo>
                    <a:cubicBezTo>
                      <a:pt x="0" y="276"/>
                      <a:pt x="73" y="348"/>
                      <a:pt x="174" y="348"/>
                    </a:cubicBezTo>
                    <a:cubicBezTo>
                      <a:pt x="275" y="348"/>
                      <a:pt x="348" y="276"/>
                      <a:pt x="348" y="175"/>
                    </a:cubicBezTo>
                    <a:cubicBezTo>
                      <a:pt x="348" y="88"/>
                      <a:pt x="275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2669;p89"/>
              <p:cNvSpPr/>
              <p:nvPr/>
            </p:nvSpPr>
            <p:spPr>
              <a:xfrm>
                <a:off x="4083480" y="1865880"/>
                <a:ext cx="139320" cy="11844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422" h="359">
                    <a:moveTo>
                      <a:pt x="247" y="1"/>
                    </a:moveTo>
                    <a:cubicBezTo>
                      <a:pt x="88" y="1"/>
                      <a:pt x="1" y="189"/>
                      <a:pt x="117" y="305"/>
                    </a:cubicBezTo>
                    <a:cubicBezTo>
                      <a:pt x="154" y="342"/>
                      <a:pt x="198" y="358"/>
                      <a:pt x="241" y="358"/>
                    </a:cubicBezTo>
                    <a:cubicBezTo>
                      <a:pt x="334" y="358"/>
                      <a:pt x="421" y="283"/>
                      <a:pt x="421" y="175"/>
                    </a:cubicBezTo>
                    <a:cubicBezTo>
                      <a:pt x="421" y="73"/>
                      <a:pt x="34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6" name="Google Shape;2670;p89"/>
            <p:cNvGrpSpPr/>
            <p:nvPr/>
          </p:nvGrpSpPr>
          <p:grpSpPr>
            <a:xfrm>
              <a:off x="563400" y="2084400"/>
              <a:ext cx="3681720" cy="2483280"/>
              <a:chOff x="563400" y="2084400"/>
              <a:chExt cx="3681720" cy="2483280"/>
            </a:xfrm>
          </p:grpSpPr>
          <p:sp>
            <p:nvSpPr>
              <p:cNvPr id="677" name="Google Shape;2671;p89"/>
              <p:cNvSpPr/>
              <p:nvPr/>
            </p:nvSpPr>
            <p:spPr>
              <a:xfrm>
                <a:off x="1396080" y="3604680"/>
                <a:ext cx="372960" cy="93276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932760"/>
                  <a:gd name="textAreaBottom" fmla="*/ 933120 h 932760"/>
                </a:gdLst>
                <a:ahLst/>
                <a:cxnLst/>
                <a:rect l="textAreaLeft" t="textAreaTop" r="textAreaRight" b="textAreaBottom"/>
                <a:pathLst>
                  <a:path w="5210" h="13022">
                    <a:moveTo>
                      <a:pt x="2977" y="0"/>
                    </a:moveTo>
                    <a:lnTo>
                      <a:pt x="2748" y="86"/>
                    </a:lnTo>
                    <a:lnTo>
                      <a:pt x="2233" y="286"/>
                    </a:lnTo>
                    <a:lnTo>
                      <a:pt x="1918" y="401"/>
                    </a:lnTo>
                    <a:cubicBezTo>
                      <a:pt x="745" y="830"/>
                      <a:pt x="0" y="1946"/>
                      <a:pt x="29" y="3177"/>
                    </a:cubicBezTo>
                    <a:lnTo>
                      <a:pt x="315" y="10389"/>
                    </a:lnTo>
                    <a:cubicBezTo>
                      <a:pt x="344" y="11362"/>
                      <a:pt x="945" y="12220"/>
                      <a:pt x="1832" y="12592"/>
                    </a:cubicBezTo>
                    <a:lnTo>
                      <a:pt x="1889" y="12621"/>
                    </a:lnTo>
                    <a:lnTo>
                      <a:pt x="4064" y="12907"/>
                    </a:lnTo>
                    <a:lnTo>
                      <a:pt x="4551" y="12965"/>
                    </a:lnTo>
                    <a:lnTo>
                      <a:pt x="5095" y="13022"/>
                    </a:lnTo>
                    <a:lnTo>
                      <a:pt x="5152" y="12592"/>
                    </a:lnTo>
                    <a:lnTo>
                      <a:pt x="5181" y="12478"/>
                    </a:lnTo>
                    <a:lnTo>
                      <a:pt x="5209" y="12192"/>
                    </a:lnTo>
                    <a:lnTo>
                      <a:pt x="4608" y="12135"/>
                    </a:lnTo>
                    <a:lnTo>
                      <a:pt x="2118" y="11791"/>
                    </a:lnTo>
                    <a:cubicBezTo>
                      <a:pt x="1546" y="11534"/>
                      <a:pt x="1174" y="10990"/>
                      <a:pt x="1145" y="10360"/>
                    </a:cubicBezTo>
                    <a:lnTo>
                      <a:pt x="859" y="3148"/>
                    </a:lnTo>
                    <a:cubicBezTo>
                      <a:pt x="830" y="2290"/>
                      <a:pt x="1374" y="1488"/>
                      <a:pt x="2176" y="1202"/>
                    </a:cubicBezTo>
                    <a:lnTo>
                      <a:pt x="2548" y="1059"/>
                    </a:lnTo>
                    <a:lnTo>
                      <a:pt x="3149" y="830"/>
                    </a:lnTo>
                    <a:lnTo>
                      <a:pt x="3292" y="801"/>
                    </a:lnTo>
                    <a:lnTo>
                      <a:pt x="3177" y="487"/>
                    </a:lnTo>
                    <a:lnTo>
                      <a:pt x="3149" y="401"/>
                    </a:lnTo>
                    <a:lnTo>
                      <a:pt x="3120" y="343"/>
                    </a:lnTo>
                    <a:lnTo>
                      <a:pt x="3063" y="172"/>
                    </a:lnTo>
                    <a:lnTo>
                      <a:pt x="30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8" name="Google Shape;2672;p89"/>
              <p:cNvSpPr/>
              <p:nvPr/>
            </p:nvSpPr>
            <p:spPr>
              <a:xfrm>
                <a:off x="1412640" y="3629160"/>
                <a:ext cx="338040" cy="88776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887760"/>
                  <a:gd name="textAreaBottom" fmla="*/ 888120 h 887760"/>
                </a:gdLst>
                <a:ahLst/>
                <a:cxnLst/>
                <a:rect l="textAreaLeft" t="textAreaTop" r="textAreaRight" b="textAreaBottom"/>
                <a:pathLst>
                  <a:path w="4723" h="12393">
                    <a:moveTo>
                      <a:pt x="2605" y="0"/>
                    </a:moveTo>
                    <a:lnTo>
                      <a:pt x="1775" y="287"/>
                    </a:lnTo>
                    <a:cubicBezTo>
                      <a:pt x="687" y="659"/>
                      <a:pt x="0" y="1689"/>
                      <a:pt x="58" y="2834"/>
                    </a:cubicBezTo>
                    <a:lnTo>
                      <a:pt x="344" y="10046"/>
                    </a:lnTo>
                    <a:cubicBezTo>
                      <a:pt x="372" y="10933"/>
                      <a:pt x="888" y="11706"/>
                      <a:pt x="1689" y="12049"/>
                    </a:cubicBezTo>
                    <a:lnTo>
                      <a:pt x="1718" y="12049"/>
                    </a:lnTo>
                    <a:lnTo>
                      <a:pt x="4665" y="12393"/>
                    </a:lnTo>
                    <a:lnTo>
                      <a:pt x="4723" y="12049"/>
                    </a:lnTo>
                    <a:lnTo>
                      <a:pt x="1832" y="11677"/>
                    </a:lnTo>
                    <a:lnTo>
                      <a:pt x="1803" y="11677"/>
                    </a:lnTo>
                    <a:cubicBezTo>
                      <a:pt x="1145" y="11391"/>
                      <a:pt x="716" y="10761"/>
                      <a:pt x="687" y="10046"/>
                    </a:cubicBezTo>
                    <a:lnTo>
                      <a:pt x="401" y="2834"/>
                    </a:lnTo>
                    <a:cubicBezTo>
                      <a:pt x="372" y="1861"/>
                      <a:pt x="973" y="973"/>
                      <a:pt x="1889" y="630"/>
                    </a:cubicBezTo>
                    <a:lnTo>
                      <a:pt x="2261" y="487"/>
                    </a:lnTo>
                    <a:lnTo>
                      <a:pt x="2777" y="315"/>
                    </a:lnTo>
                    <a:lnTo>
                      <a:pt x="2719" y="144"/>
                    </a:lnTo>
                    <a:lnTo>
                      <a:pt x="266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9" name="Google Shape;2673;p89"/>
              <p:cNvSpPr/>
              <p:nvPr/>
            </p:nvSpPr>
            <p:spPr>
              <a:xfrm>
                <a:off x="1717920" y="4443480"/>
                <a:ext cx="169920" cy="124200"/>
              </a:xfrm>
              <a:custGeom>
                <a:avLst/>
                <a:gdLst>
                  <a:gd name="textAreaLeft" fmla="*/ 0 w 169920"/>
                  <a:gd name="textAreaRight" fmla="*/ 170280 w 169920"/>
                  <a:gd name="textAreaTop" fmla="*/ 0 h 124200"/>
                  <a:gd name="textAreaBottom" fmla="*/ 124560 h 124200"/>
                </a:gdLst>
                <a:ahLst/>
                <a:cxnLst/>
                <a:rect l="textAreaLeft" t="textAreaTop" r="textAreaRight" b="textAreaBottom"/>
                <a:pathLst>
                  <a:path w="2377" h="1739">
                    <a:moveTo>
                      <a:pt x="115" y="0"/>
                    </a:moveTo>
                    <a:lnTo>
                      <a:pt x="87" y="401"/>
                    </a:lnTo>
                    <a:lnTo>
                      <a:pt x="58" y="659"/>
                    </a:lnTo>
                    <a:lnTo>
                      <a:pt x="58" y="687"/>
                    </a:lnTo>
                    <a:lnTo>
                      <a:pt x="58" y="830"/>
                    </a:lnTo>
                    <a:lnTo>
                      <a:pt x="58" y="1002"/>
                    </a:lnTo>
                    <a:lnTo>
                      <a:pt x="29" y="1231"/>
                    </a:lnTo>
                    <a:lnTo>
                      <a:pt x="1" y="1603"/>
                    </a:lnTo>
                    <a:lnTo>
                      <a:pt x="1460" y="1717"/>
                    </a:lnTo>
                    <a:cubicBezTo>
                      <a:pt x="1503" y="1732"/>
                      <a:pt x="1539" y="1739"/>
                      <a:pt x="1575" y="1739"/>
                    </a:cubicBezTo>
                    <a:cubicBezTo>
                      <a:pt x="1611" y="1739"/>
                      <a:pt x="1646" y="1732"/>
                      <a:pt x="1689" y="1717"/>
                    </a:cubicBezTo>
                    <a:cubicBezTo>
                      <a:pt x="2033" y="1660"/>
                      <a:pt x="2290" y="1374"/>
                      <a:pt x="2347" y="1002"/>
                    </a:cubicBezTo>
                    <a:cubicBezTo>
                      <a:pt x="2376" y="544"/>
                      <a:pt x="2033" y="143"/>
                      <a:pt x="1575" y="143"/>
                    </a:cubicBezTo>
                    <a:lnTo>
                      <a:pt x="831" y="58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0" name="Google Shape;2674;p89"/>
              <p:cNvSpPr/>
              <p:nvPr/>
            </p:nvSpPr>
            <p:spPr>
              <a:xfrm>
                <a:off x="1611360" y="3561480"/>
                <a:ext cx="684720" cy="846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46720"/>
                  <a:gd name="textAreaBottom" fmla="*/ 847080 h 846720"/>
                </a:gdLst>
                <a:ahLst/>
                <a:cxnLst/>
                <a:rect l="textAreaLeft" t="textAreaTop" r="textAreaRight" b="textAreaBottom"/>
                <a:pathLst>
                  <a:path w="9560" h="11821">
                    <a:moveTo>
                      <a:pt x="2150" y="1"/>
                    </a:moveTo>
                    <a:cubicBezTo>
                      <a:pt x="1805" y="1"/>
                      <a:pt x="1454" y="66"/>
                      <a:pt x="1117" y="201"/>
                    </a:cubicBezTo>
                    <a:lnTo>
                      <a:pt x="1" y="602"/>
                    </a:lnTo>
                    <a:lnTo>
                      <a:pt x="315" y="1403"/>
                    </a:lnTo>
                    <a:lnTo>
                      <a:pt x="1403" y="974"/>
                    </a:lnTo>
                    <a:cubicBezTo>
                      <a:pt x="1633" y="884"/>
                      <a:pt x="1875" y="840"/>
                      <a:pt x="2116" y="840"/>
                    </a:cubicBezTo>
                    <a:cubicBezTo>
                      <a:pt x="2714" y="840"/>
                      <a:pt x="3305" y="1106"/>
                      <a:pt x="3692" y="1575"/>
                    </a:cubicBezTo>
                    <a:lnTo>
                      <a:pt x="8214" y="7213"/>
                    </a:lnTo>
                    <a:cubicBezTo>
                      <a:pt x="8586" y="7700"/>
                      <a:pt x="8672" y="8358"/>
                      <a:pt x="8415" y="8930"/>
                    </a:cubicBezTo>
                    <a:lnTo>
                      <a:pt x="6354" y="11248"/>
                    </a:lnTo>
                    <a:lnTo>
                      <a:pt x="6984" y="11821"/>
                    </a:lnTo>
                    <a:lnTo>
                      <a:pt x="9130" y="9388"/>
                    </a:lnTo>
                    <a:lnTo>
                      <a:pt x="9130" y="9359"/>
                    </a:lnTo>
                    <a:cubicBezTo>
                      <a:pt x="9559" y="8472"/>
                      <a:pt x="9445" y="7442"/>
                      <a:pt x="8844" y="6698"/>
                    </a:cubicBezTo>
                    <a:lnTo>
                      <a:pt x="4322" y="1060"/>
                    </a:lnTo>
                    <a:cubicBezTo>
                      <a:pt x="3777" y="374"/>
                      <a:pt x="2977" y="1"/>
                      <a:pt x="21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1" name="Google Shape;2675;p89"/>
              <p:cNvSpPr/>
              <p:nvPr/>
            </p:nvSpPr>
            <p:spPr>
              <a:xfrm>
                <a:off x="1634040" y="3580200"/>
                <a:ext cx="643680" cy="803520"/>
              </a:xfrm>
              <a:custGeom>
                <a:avLst/>
                <a:gdLst>
                  <a:gd name="textAreaLeft" fmla="*/ 0 w 643680"/>
                  <a:gd name="textAreaRight" fmla="*/ 644040 w 643680"/>
                  <a:gd name="textAreaTop" fmla="*/ 0 h 803520"/>
                  <a:gd name="textAreaBottom" fmla="*/ 803880 h 803520"/>
                </a:gdLst>
                <a:ahLst/>
                <a:cxnLst/>
                <a:rect l="textAreaLeft" t="textAreaTop" r="textAreaRight" b="textAreaBottom"/>
                <a:pathLst>
                  <a:path w="8987" h="11216">
                    <a:moveTo>
                      <a:pt x="1827" y="0"/>
                    </a:moveTo>
                    <a:cubicBezTo>
                      <a:pt x="1658" y="0"/>
                      <a:pt x="1487" y="18"/>
                      <a:pt x="1317" y="54"/>
                    </a:cubicBezTo>
                    <a:cubicBezTo>
                      <a:pt x="1145" y="54"/>
                      <a:pt x="1002" y="111"/>
                      <a:pt x="859" y="168"/>
                    </a:cubicBezTo>
                    <a:lnTo>
                      <a:pt x="0" y="512"/>
                    </a:lnTo>
                    <a:lnTo>
                      <a:pt x="115" y="855"/>
                    </a:lnTo>
                    <a:lnTo>
                      <a:pt x="1002" y="483"/>
                    </a:lnTo>
                    <a:cubicBezTo>
                      <a:pt x="1254" y="386"/>
                      <a:pt x="1517" y="339"/>
                      <a:pt x="1779" y="339"/>
                    </a:cubicBezTo>
                    <a:cubicBezTo>
                      <a:pt x="2442" y="339"/>
                      <a:pt x="3098" y="637"/>
                      <a:pt x="3549" y="1170"/>
                    </a:cubicBezTo>
                    <a:lnTo>
                      <a:pt x="8071" y="6808"/>
                    </a:lnTo>
                    <a:cubicBezTo>
                      <a:pt x="8500" y="7352"/>
                      <a:pt x="8615" y="8124"/>
                      <a:pt x="8329" y="8754"/>
                    </a:cubicBezTo>
                    <a:lnTo>
                      <a:pt x="8300" y="8811"/>
                    </a:lnTo>
                    <a:lnTo>
                      <a:pt x="6382" y="10986"/>
                    </a:lnTo>
                    <a:lnTo>
                      <a:pt x="6640" y="11215"/>
                    </a:lnTo>
                    <a:lnTo>
                      <a:pt x="8615" y="9012"/>
                    </a:lnTo>
                    <a:lnTo>
                      <a:pt x="8615" y="8983"/>
                    </a:lnTo>
                    <a:cubicBezTo>
                      <a:pt x="8987" y="8182"/>
                      <a:pt x="8872" y="7266"/>
                      <a:pt x="8329" y="6579"/>
                    </a:cubicBezTo>
                    <a:lnTo>
                      <a:pt x="3807" y="970"/>
                    </a:lnTo>
                    <a:cubicBezTo>
                      <a:pt x="3314" y="360"/>
                      <a:pt x="2591" y="0"/>
                      <a:pt x="18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2" name="Google Shape;2676;p89"/>
              <p:cNvSpPr/>
              <p:nvPr/>
            </p:nvSpPr>
            <p:spPr>
              <a:xfrm>
                <a:off x="1960560" y="4316400"/>
                <a:ext cx="196200" cy="174240"/>
              </a:xfrm>
              <a:custGeom>
                <a:avLst/>
                <a:gdLst>
                  <a:gd name="textAreaLeft" fmla="*/ 0 w 196200"/>
                  <a:gd name="textAreaRight" fmla="*/ 196560 w 19620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2743" h="2437">
                    <a:moveTo>
                      <a:pt x="1569" y="1"/>
                    </a:moveTo>
                    <a:lnTo>
                      <a:pt x="567" y="1060"/>
                    </a:lnTo>
                    <a:cubicBezTo>
                      <a:pt x="0" y="1649"/>
                      <a:pt x="530" y="2437"/>
                      <a:pt x="1143" y="2437"/>
                    </a:cubicBezTo>
                    <a:cubicBezTo>
                      <a:pt x="1335" y="2437"/>
                      <a:pt x="1535" y="2360"/>
                      <a:pt x="1712" y="2176"/>
                    </a:cubicBezTo>
                    <a:lnTo>
                      <a:pt x="2742" y="1117"/>
                    </a:lnTo>
                    <a:lnTo>
                      <a:pt x="2170" y="545"/>
                    </a:lnTo>
                    <a:lnTo>
                      <a:pt x="156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120" bIns="87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3" name="Google Shape;2677;p89"/>
              <p:cNvSpPr/>
              <p:nvPr/>
            </p:nvSpPr>
            <p:spPr>
              <a:xfrm>
                <a:off x="1502640" y="3193200"/>
                <a:ext cx="1064160" cy="1180440"/>
              </a:xfrm>
              <a:custGeom>
                <a:avLst/>
                <a:gdLst>
                  <a:gd name="textAreaLeft" fmla="*/ 0 w 1064160"/>
                  <a:gd name="textAreaRight" fmla="*/ 1064520 w 1064160"/>
                  <a:gd name="textAreaTop" fmla="*/ 0 h 1180440"/>
                  <a:gd name="textAreaBottom" fmla="*/ 1180800 h 1180440"/>
                </a:gdLst>
                <a:ahLst/>
                <a:cxnLst/>
                <a:rect l="textAreaLeft" t="textAreaTop" r="textAreaRight" b="textAreaBottom"/>
                <a:pathLst>
                  <a:path w="14855" h="16476">
                    <a:moveTo>
                      <a:pt x="4794" y="1"/>
                    </a:moveTo>
                    <a:cubicBezTo>
                      <a:pt x="4441" y="1"/>
                      <a:pt x="4079" y="35"/>
                      <a:pt x="3721" y="105"/>
                    </a:cubicBezTo>
                    <a:cubicBezTo>
                      <a:pt x="2290" y="391"/>
                      <a:pt x="1231" y="1164"/>
                      <a:pt x="802" y="2194"/>
                    </a:cubicBezTo>
                    <a:cubicBezTo>
                      <a:pt x="1" y="4026"/>
                      <a:pt x="1346" y="6029"/>
                      <a:pt x="1518" y="6258"/>
                    </a:cubicBezTo>
                    <a:lnTo>
                      <a:pt x="2090" y="5829"/>
                    </a:lnTo>
                    <a:cubicBezTo>
                      <a:pt x="1832" y="5457"/>
                      <a:pt x="1632" y="5056"/>
                      <a:pt x="1489" y="4627"/>
                    </a:cubicBezTo>
                    <a:cubicBezTo>
                      <a:pt x="1203" y="3940"/>
                      <a:pt x="1174" y="3167"/>
                      <a:pt x="1460" y="2480"/>
                    </a:cubicBezTo>
                    <a:cubicBezTo>
                      <a:pt x="1804" y="1650"/>
                      <a:pt x="2691" y="1049"/>
                      <a:pt x="3864" y="821"/>
                    </a:cubicBezTo>
                    <a:cubicBezTo>
                      <a:pt x="4180" y="762"/>
                      <a:pt x="4497" y="733"/>
                      <a:pt x="4804" y="733"/>
                    </a:cubicBezTo>
                    <a:cubicBezTo>
                      <a:pt x="5697" y="733"/>
                      <a:pt x="6508" y="974"/>
                      <a:pt x="6955" y="1422"/>
                    </a:cubicBezTo>
                    <a:cubicBezTo>
                      <a:pt x="7470" y="1908"/>
                      <a:pt x="7413" y="2538"/>
                      <a:pt x="7270" y="3597"/>
                    </a:cubicBezTo>
                    <a:cubicBezTo>
                      <a:pt x="7127" y="4655"/>
                      <a:pt x="6955" y="5857"/>
                      <a:pt x="7756" y="7059"/>
                    </a:cubicBezTo>
                    <a:cubicBezTo>
                      <a:pt x="8558" y="8290"/>
                      <a:pt x="9788" y="8634"/>
                      <a:pt x="10876" y="8948"/>
                    </a:cubicBezTo>
                    <a:cubicBezTo>
                      <a:pt x="11849" y="9206"/>
                      <a:pt x="12765" y="9464"/>
                      <a:pt x="13309" y="10293"/>
                    </a:cubicBezTo>
                    <a:cubicBezTo>
                      <a:pt x="14081" y="11524"/>
                      <a:pt x="13795" y="13499"/>
                      <a:pt x="12479" y="16160"/>
                    </a:cubicBezTo>
                    <a:lnTo>
                      <a:pt x="13108" y="16475"/>
                    </a:lnTo>
                    <a:cubicBezTo>
                      <a:pt x="14596" y="13527"/>
                      <a:pt x="14854" y="11381"/>
                      <a:pt x="13938" y="9921"/>
                    </a:cubicBezTo>
                    <a:cubicBezTo>
                      <a:pt x="13223" y="8863"/>
                      <a:pt x="12135" y="8548"/>
                      <a:pt x="11076" y="8233"/>
                    </a:cubicBezTo>
                    <a:cubicBezTo>
                      <a:pt x="10017" y="7947"/>
                      <a:pt x="9016" y="7661"/>
                      <a:pt x="8357" y="6659"/>
                    </a:cubicBezTo>
                    <a:cubicBezTo>
                      <a:pt x="7728" y="5686"/>
                      <a:pt x="7842" y="4684"/>
                      <a:pt x="7985" y="3682"/>
                    </a:cubicBezTo>
                    <a:cubicBezTo>
                      <a:pt x="8129" y="2681"/>
                      <a:pt x="8243" y="1650"/>
                      <a:pt x="7470" y="906"/>
                    </a:cubicBezTo>
                    <a:cubicBezTo>
                      <a:pt x="6887" y="323"/>
                      <a:pt x="5880" y="1"/>
                      <a:pt x="47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2678;p89"/>
              <p:cNvSpPr/>
              <p:nvPr/>
            </p:nvSpPr>
            <p:spPr>
              <a:xfrm>
                <a:off x="1529280" y="3212280"/>
                <a:ext cx="1019160" cy="1140840"/>
              </a:xfrm>
              <a:custGeom>
                <a:avLst/>
                <a:gdLst>
                  <a:gd name="textAreaLeft" fmla="*/ 0 w 1019160"/>
                  <a:gd name="textAreaRight" fmla="*/ 1019520 w 1019160"/>
                  <a:gd name="textAreaTop" fmla="*/ 0 h 1140840"/>
                  <a:gd name="textAreaBottom" fmla="*/ 1141200 h 1140840"/>
                </a:gdLst>
                <a:ahLst/>
                <a:cxnLst/>
                <a:rect l="textAreaLeft" t="textAreaTop" r="textAreaRight" b="textAreaBottom"/>
                <a:pathLst>
                  <a:path w="14225" h="15925">
                    <a:moveTo>
                      <a:pt x="4438" y="0"/>
                    </a:moveTo>
                    <a:cubicBezTo>
                      <a:pt x="4091" y="0"/>
                      <a:pt x="3733" y="32"/>
                      <a:pt x="3378" y="98"/>
                    </a:cubicBezTo>
                    <a:cubicBezTo>
                      <a:pt x="2061" y="355"/>
                      <a:pt x="1060" y="1071"/>
                      <a:pt x="630" y="2044"/>
                    </a:cubicBezTo>
                    <a:cubicBezTo>
                      <a:pt x="1" y="3503"/>
                      <a:pt x="831" y="5077"/>
                      <a:pt x="1203" y="5650"/>
                    </a:cubicBezTo>
                    <a:lnTo>
                      <a:pt x="1403" y="5507"/>
                    </a:lnTo>
                    <a:cubicBezTo>
                      <a:pt x="1174" y="5192"/>
                      <a:pt x="1002" y="4820"/>
                      <a:pt x="888" y="4448"/>
                    </a:cubicBezTo>
                    <a:cubicBezTo>
                      <a:pt x="573" y="3704"/>
                      <a:pt x="544" y="2874"/>
                      <a:pt x="859" y="2130"/>
                    </a:cubicBezTo>
                    <a:cubicBezTo>
                      <a:pt x="1231" y="1214"/>
                      <a:pt x="2147" y="584"/>
                      <a:pt x="3435" y="327"/>
                    </a:cubicBezTo>
                    <a:cubicBezTo>
                      <a:pt x="3743" y="265"/>
                      <a:pt x="4058" y="236"/>
                      <a:pt x="4367" y="236"/>
                    </a:cubicBezTo>
                    <a:cubicBezTo>
                      <a:pt x="5350" y="236"/>
                      <a:pt x="6276" y="528"/>
                      <a:pt x="6755" y="985"/>
                    </a:cubicBezTo>
                    <a:cubicBezTo>
                      <a:pt x="7356" y="1557"/>
                      <a:pt x="7270" y="2416"/>
                      <a:pt x="7127" y="3360"/>
                    </a:cubicBezTo>
                    <a:cubicBezTo>
                      <a:pt x="6984" y="4390"/>
                      <a:pt x="6841" y="5535"/>
                      <a:pt x="7585" y="6680"/>
                    </a:cubicBezTo>
                    <a:cubicBezTo>
                      <a:pt x="8329" y="7825"/>
                      <a:pt x="9502" y="8140"/>
                      <a:pt x="10561" y="8454"/>
                    </a:cubicBezTo>
                    <a:cubicBezTo>
                      <a:pt x="11534" y="8712"/>
                      <a:pt x="12536" y="8998"/>
                      <a:pt x="13137" y="9914"/>
                    </a:cubicBezTo>
                    <a:cubicBezTo>
                      <a:pt x="13938" y="11145"/>
                      <a:pt x="13709" y="13148"/>
                      <a:pt x="12421" y="15781"/>
                    </a:cubicBezTo>
                    <a:lnTo>
                      <a:pt x="12650" y="15924"/>
                    </a:lnTo>
                    <a:cubicBezTo>
                      <a:pt x="13996" y="13148"/>
                      <a:pt x="14224" y="11145"/>
                      <a:pt x="13366" y="9800"/>
                    </a:cubicBezTo>
                    <a:cubicBezTo>
                      <a:pt x="12708" y="8798"/>
                      <a:pt x="11706" y="8512"/>
                      <a:pt x="10647" y="8225"/>
                    </a:cubicBezTo>
                    <a:cubicBezTo>
                      <a:pt x="9560" y="7939"/>
                      <a:pt x="8472" y="7596"/>
                      <a:pt x="7785" y="6566"/>
                    </a:cubicBezTo>
                    <a:cubicBezTo>
                      <a:pt x="7098" y="5507"/>
                      <a:pt x="7241" y="4390"/>
                      <a:pt x="7356" y="3417"/>
                    </a:cubicBezTo>
                    <a:cubicBezTo>
                      <a:pt x="7499" y="2444"/>
                      <a:pt x="7613" y="1529"/>
                      <a:pt x="6927" y="813"/>
                    </a:cubicBezTo>
                    <a:cubicBezTo>
                      <a:pt x="6393" y="279"/>
                      <a:pt x="5460" y="0"/>
                      <a:pt x="44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2679;p89"/>
              <p:cNvSpPr/>
              <p:nvPr/>
            </p:nvSpPr>
            <p:spPr>
              <a:xfrm>
                <a:off x="1554120" y="3550320"/>
                <a:ext cx="153360" cy="1504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50480"/>
                  <a:gd name="textAreaBottom" fmla="*/ 150840 h 150480"/>
                </a:gdLst>
                <a:ahLst/>
                <a:cxnLst/>
                <a:rect l="textAreaLeft" t="textAreaTop" r="textAreaRight" b="textAreaBottom"/>
                <a:pathLst>
                  <a:path w="2147" h="2105">
                    <a:moveTo>
                      <a:pt x="1073" y="1"/>
                    </a:moveTo>
                    <a:cubicBezTo>
                      <a:pt x="1011" y="1"/>
                      <a:pt x="949" y="5"/>
                      <a:pt x="887" y="15"/>
                    </a:cubicBezTo>
                    <a:lnTo>
                      <a:pt x="859" y="15"/>
                    </a:lnTo>
                    <a:cubicBezTo>
                      <a:pt x="372" y="101"/>
                      <a:pt x="0" y="530"/>
                      <a:pt x="0" y="1045"/>
                    </a:cubicBezTo>
                    <a:cubicBezTo>
                      <a:pt x="0" y="1217"/>
                      <a:pt x="57" y="1389"/>
                      <a:pt x="143" y="1560"/>
                    </a:cubicBezTo>
                    <a:cubicBezTo>
                      <a:pt x="200" y="1646"/>
                      <a:pt x="258" y="1732"/>
                      <a:pt x="344" y="1818"/>
                    </a:cubicBezTo>
                    <a:cubicBezTo>
                      <a:pt x="487" y="1961"/>
                      <a:pt x="687" y="2047"/>
                      <a:pt x="916" y="2104"/>
                    </a:cubicBezTo>
                    <a:lnTo>
                      <a:pt x="1288" y="2104"/>
                    </a:lnTo>
                    <a:cubicBezTo>
                      <a:pt x="1746" y="1990"/>
                      <a:pt x="2089" y="1618"/>
                      <a:pt x="2118" y="1160"/>
                    </a:cubicBezTo>
                    <a:cubicBezTo>
                      <a:pt x="2147" y="1045"/>
                      <a:pt x="2147" y="931"/>
                      <a:pt x="2118" y="845"/>
                    </a:cubicBezTo>
                    <a:cubicBezTo>
                      <a:pt x="2089" y="673"/>
                      <a:pt x="2004" y="501"/>
                      <a:pt x="1860" y="358"/>
                    </a:cubicBezTo>
                    <a:cubicBezTo>
                      <a:pt x="1670" y="120"/>
                      <a:pt x="1379" y="1"/>
                      <a:pt x="10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240" bIns="75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6" name="Google Shape;2680;p89"/>
              <p:cNvSpPr/>
              <p:nvPr/>
            </p:nvSpPr>
            <p:spPr>
              <a:xfrm>
                <a:off x="1590840" y="3584160"/>
                <a:ext cx="81720" cy="81720"/>
              </a:xfrm>
              <a:custGeom>
                <a:avLst/>
                <a:gdLst>
                  <a:gd name="textAreaLeft" fmla="*/ 0 w 81720"/>
                  <a:gd name="textAreaRight" fmla="*/ 82080 w 81720"/>
                  <a:gd name="textAreaTop" fmla="*/ 0 h 81720"/>
                  <a:gd name="textAreaBottom" fmla="*/ 82080 h 81720"/>
                </a:gdLst>
                <a:ahLst/>
                <a:cxnLst/>
                <a:rect l="textAreaLeft" t="textAreaTop" r="textAreaRight" b="textAreaBottom"/>
                <a:pathLst>
                  <a:path w="1146" h="1146">
                    <a:moveTo>
                      <a:pt x="573" y="1"/>
                    </a:moveTo>
                    <a:cubicBezTo>
                      <a:pt x="258" y="1"/>
                      <a:pt x="0" y="258"/>
                      <a:pt x="0" y="573"/>
                    </a:cubicBezTo>
                    <a:cubicBezTo>
                      <a:pt x="0" y="888"/>
                      <a:pt x="258" y="1146"/>
                      <a:pt x="573" y="1146"/>
                    </a:cubicBezTo>
                    <a:cubicBezTo>
                      <a:pt x="888" y="1146"/>
                      <a:pt x="1145" y="888"/>
                      <a:pt x="1145" y="573"/>
                    </a:cubicBezTo>
                    <a:cubicBezTo>
                      <a:pt x="1145" y="258"/>
                      <a:pt x="888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040" bIns="41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7" name="Google Shape;2681;p89"/>
              <p:cNvSpPr/>
              <p:nvPr/>
            </p:nvSpPr>
            <p:spPr>
              <a:xfrm>
                <a:off x="2280240" y="4254480"/>
                <a:ext cx="262080" cy="21744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217440"/>
                  <a:gd name="textAreaBottom" fmla="*/ 217800 h 217440"/>
                </a:gdLst>
                <a:ahLst/>
                <a:cxnLst/>
                <a:rect l="textAreaLeft" t="textAreaTop" r="textAreaRight" b="textAreaBottom"/>
                <a:pathLst>
                  <a:path w="3660" h="3038">
                    <a:moveTo>
                      <a:pt x="1987" y="0"/>
                    </a:moveTo>
                    <a:cubicBezTo>
                      <a:pt x="1889" y="0"/>
                      <a:pt x="1789" y="11"/>
                      <a:pt x="1689" y="32"/>
                    </a:cubicBezTo>
                    <a:cubicBezTo>
                      <a:pt x="344" y="290"/>
                      <a:pt x="0" y="2035"/>
                      <a:pt x="1117" y="2779"/>
                    </a:cubicBezTo>
                    <a:cubicBezTo>
                      <a:pt x="1384" y="2958"/>
                      <a:pt x="1673" y="3037"/>
                      <a:pt x="1954" y="3037"/>
                    </a:cubicBezTo>
                    <a:cubicBezTo>
                      <a:pt x="2846" y="3037"/>
                      <a:pt x="3659" y="2235"/>
                      <a:pt x="3463" y="1234"/>
                    </a:cubicBezTo>
                    <a:cubicBezTo>
                      <a:pt x="3313" y="507"/>
                      <a:pt x="2680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8" name="Google Shape;2682;p89"/>
              <p:cNvSpPr/>
              <p:nvPr/>
            </p:nvSpPr>
            <p:spPr>
              <a:xfrm>
                <a:off x="2310840" y="4278240"/>
                <a:ext cx="205560" cy="172080"/>
              </a:xfrm>
              <a:custGeom>
                <a:avLst/>
                <a:gdLst>
                  <a:gd name="textAreaLeft" fmla="*/ 0 w 205560"/>
                  <a:gd name="textAreaRight" fmla="*/ 205920 w 2055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2872" h="2405">
                    <a:moveTo>
                      <a:pt x="1522" y="0"/>
                    </a:moveTo>
                    <a:cubicBezTo>
                      <a:pt x="1454" y="0"/>
                      <a:pt x="1386" y="6"/>
                      <a:pt x="1317" y="19"/>
                    </a:cubicBezTo>
                    <a:cubicBezTo>
                      <a:pt x="258" y="248"/>
                      <a:pt x="1" y="1593"/>
                      <a:pt x="888" y="2194"/>
                    </a:cubicBezTo>
                    <a:cubicBezTo>
                      <a:pt x="1102" y="2339"/>
                      <a:pt x="1332" y="2404"/>
                      <a:pt x="1554" y="2404"/>
                    </a:cubicBezTo>
                    <a:cubicBezTo>
                      <a:pt x="2250" y="2404"/>
                      <a:pt x="2871" y="1766"/>
                      <a:pt x="2719" y="963"/>
                    </a:cubicBezTo>
                    <a:cubicBezTo>
                      <a:pt x="2592" y="402"/>
                      <a:pt x="2078" y="0"/>
                      <a:pt x="15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040" bIns="86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9" name="Google Shape;2683;p89"/>
              <p:cNvSpPr/>
              <p:nvPr/>
            </p:nvSpPr>
            <p:spPr>
              <a:xfrm>
                <a:off x="2374560" y="4327920"/>
                <a:ext cx="86400" cy="723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72360"/>
                  <a:gd name="textAreaBottom" fmla="*/ 72720 h 72360"/>
                </a:gdLst>
                <a:ahLst/>
                <a:cxnLst/>
                <a:rect l="textAreaLeft" t="textAreaTop" r="textAreaRight" b="textAreaBottom"/>
                <a:pathLst>
                  <a:path w="1211" h="1017">
                    <a:moveTo>
                      <a:pt x="673" y="1"/>
                    </a:moveTo>
                    <a:cubicBezTo>
                      <a:pt x="640" y="1"/>
                      <a:pt x="607" y="4"/>
                      <a:pt x="573" y="12"/>
                    </a:cubicBezTo>
                    <a:cubicBezTo>
                      <a:pt x="115" y="97"/>
                      <a:pt x="1" y="670"/>
                      <a:pt x="373" y="927"/>
                    </a:cubicBezTo>
                    <a:cubicBezTo>
                      <a:pt x="462" y="989"/>
                      <a:pt x="557" y="1016"/>
                      <a:pt x="650" y="1016"/>
                    </a:cubicBezTo>
                    <a:cubicBezTo>
                      <a:pt x="945" y="1016"/>
                      <a:pt x="1211" y="739"/>
                      <a:pt x="1146" y="412"/>
                    </a:cubicBezTo>
                    <a:cubicBezTo>
                      <a:pt x="1096" y="163"/>
                      <a:pt x="894" y="1"/>
                      <a:pt x="6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0" name="Google Shape;2684;p89"/>
              <p:cNvSpPr/>
              <p:nvPr/>
            </p:nvSpPr>
            <p:spPr>
              <a:xfrm>
                <a:off x="1717920" y="4502880"/>
                <a:ext cx="167760" cy="64800"/>
              </a:xfrm>
              <a:custGeom>
                <a:avLst/>
                <a:gdLst>
                  <a:gd name="textAreaLeft" fmla="*/ 0 w 167760"/>
                  <a:gd name="textAreaRight" fmla="*/ 168120 w 167760"/>
                  <a:gd name="textAreaTop" fmla="*/ 0 h 64800"/>
                  <a:gd name="textAreaBottom" fmla="*/ 65160 h 64800"/>
                </a:gdLst>
                <a:ahLst/>
                <a:cxnLst/>
                <a:rect l="textAreaLeft" t="textAreaTop" r="textAreaRight" b="textAreaBottom"/>
                <a:pathLst>
                  <a:path w="2348" h="909">
                    <a:moveTo>
                      <a:pt x="58" y="0"/>
                    </a:moveTo>
                    <a:lnTo>
                      <a:pt x="58" y="172"/>
                    </a:lnTo>
                    <a:lnTo>
                      <a:pt x="29" y="401"/>
                    </a:lnTo>
                    <a:lnTo>
                      <a:pt x="1" y="773"/>
                    </a:lnTo>
                    <a:lnTo>
                      <a:pt x="1460" y="887"/>
                    </a:lnTo>
                    <a:cubicBezTo>
                      <a:pt x="1503" y="902"/>
                      <a:pt x="1539" y="909"/>
                      <a:pt x="1575" y="909"/>
                    </a:cubicBezTo>
                    <a:cubicBezTo>
                      <a:pt x="1611" y="909"/>
                      <a:pt x="1646" y="902"/>
                      <a:pt x="1689" y="887"/>
                    </a:cubicBezTo>
                    <a:cubicBezTo>
                      <a:pt x="2033" y="830"/>
                      <a:pt x="2290" y="544"/>
                      <a:pt x="2347" y="172"/>
                    </a:cubicBezTo>
                    <a:lnTo>
                      <a:pt x="659" y="29"/>
                    </a:lnTo>
                    <a:lnTo>
                      <a:pt x="401" y="2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1" name="Google Shape;2685;p89"/>
              <p:cNvSpPr/>
              <p:nvPr/>
            </p:nvSpPr>
            <p:spPr>
              <a:xfrm>
                <a:off x="2003040" y="4357440"/>
                <a:ext cx="153720" cy="132480"/>
              </a:xfrm>
              <a:custGeom>
                <a:avLst/>
                <a:gdLst>
                  <a:gd name="textAreaLeft" fmla="*/ 0 w 153720"/>
                  <a:gd name="textAreaRight" fmla="*/ 154080 w 15372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2148" h="1854">
                    <a:moveTo>
                      <a:pt x="1575" y="0"/>
                    </a:moveTo>
                    <a:lnTo>
                      <a:pt x="1" y="1632"/>
                    </a:lnTo>
                    <a:cubicBezTo>
                      <a:pt x="151" y="1782"/>
                      <a:pt x="340" y="1854"/>
                      <a:pt x="532" y="1854"/>
                    </a:cubicBezTo>
                    <a:cubicBezTo>
                      <a:pt x="741" y="1854"/>
                      <a:pt x="952" y="1767"/>
                      <a:pt x="1117" y="1603"/>
                    </a:cubicBezTo>
                    <a:lnTo>
                      <a:pt x="2147" y="544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240" bIns="66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2" name="Google Shape;2686;p89"/>
              <p:cNvSpPr/>
              <p:nvPr/>
            </p:nvSpPr>
            <p:spPr>
              <a:xfrm>
                <a:off x="2337480" y="2548440"/>
                <a:ext cx="816120" cy="1014840"/>
              </a:xfrm>
              <a:custGeom>
                <a:avLst/>
                <a:gdLst>
                  <a:gd name="textAreaLeft" fmla="*/ 0 w 816120"/>
                  <a:gd name="textAreaRight" fmla="*/ 816480 w 816120"/>
                  <a:gd name="textAreaTop" fmla="*/ 0 h 1014840"/>
                  <a:gd name="textAreaBottom" fmla="*/ 1015200 h 1014840"/>
                </a:gdLst>
                <a:ahLst/>
                <a:cxnLst/>
                <a:rect l="textAreaLeft" t="textAreaTop" r="textAreaRight" b="textAreaBottom"/>
                <a:pathLst>
                  <a:path w="11392" h="14167">
                    <a:moveTo>
                      <a:pt x="3177" y="0"/>
                    </a:moveTo>
                    <a:lnTo>
                      <a:pt x="1" y="12020"/>
                    </a:lnTo>
                    <a:lnTo>
                      <a:pt x="8157" y="14167"/>
                    </a:lnTo>
                    <a:lnTo>
                      <a:pt x="8272" y="14024"/>
                    </a:lnTo>
                    <a:lnTo>
                      <a:pt x="11391" y="2175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3" name="Google Shape;2687;p89"/>
              <p:cNvSpPr/>
              <p:nvPr/>
            </p:nvSpPr>
            <p:spPr>
              <a:xfrm>
                <a:off x="2355840" y="2542320"/>
                <a:ext cx="797400" cy="1010880"/>
              </a:xfrm>
              <a:custGeom>
                <a:avLst/>
                <a:gdLst>
                  <a:gd name="textAreaLeft" fmla="*/ 0 w 797400"/>
                  <a:gd name="textAreaRight" fmla="*/ 797760 w 797400"/>
                  <a:gd name="textAreaTop" fmla="*/ 0 h 1010880"/>
                  <a:gd name="textAreaBottom" fmla="*/ 1011240 h 1010880"/>
                </a:gdLst>
                <a:ahLst/>
                <a:cxnLst/>
                <a:rect l="textAreaLeft" t="textAreaTop" r="textAreaRight" b="textAreaBottom"/>
                <a:pathLst>
                  <a:path w="11134" h="14110">
                    <a:moveTo>
                      <a:pt x="3177" y="0"/>
                    </a:moveTo>
                    <a:lnTo>
                      <a:pt x="0" y="12020"/>
                    </a:lnTo>
                    <a:lnTo>
                      <a:pt x="8014" y="14110"/>
                    </a:lnTo>
                    <a:lnTo>
                      <a:pt x="11133" y="2261"/>
                    </a:lnTo>
                    <a:lnTo>
                      <a:pt x="9530" y="1832"/>
                    </a:lnTo>
                    <a:lnTo>
                      <a:pt x="9473" y="1632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4" name="Google Shape;2688;p89"/>
              <p:cNvSpPr/>
              <p:nvPr/>
            </p:nvSpPr>
            <p:spPr>
              <a:xfrm>
                <a:off x="2392920" y="262620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0" y="10418"/>
                    </a:lnTo>
                    <a:lnTo>
                      <a:pt x="6812" y="12192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5" name="Google Shape;2689;p89"/>
              <p:cNvSpPr/>
              <p:nvPr/>
            </p:nvSpPr>
            <p:spPr>
              <a:xfrm>
                <a:off x="2403000" y="2620080"/>
                <a:ext cx="684720" cy="87336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9560" h="12193">
                    <a:moveTo>
                      <a:pt x="2748" y="1"/>
                    </a:moveTo>
                    <a:lnTo>
                      <a:pt x="1" y="10418"/>
                    </a:lnTo>
                    <a:lnTo>
                      <a:pt x="6812" y="12193"/>
                    </a:lnTo>
                    <a:lnTo>
                      <a:pt x="9559" y="1804"/>
                    </a:lnTo>
                    <a:lnTo>
                      <a:pt x="274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6" name="Google Shape;2690;p89"/>
              <p:cNvSpPr/>
              <p:nvPr/>
            </p:nvSpPr>
            <p:spPr>
              <a:xfrm>
                <a:off x="2710800" y="26344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0">
                    <a:moveTo>
                      <a:pt x="58" y="0"/>
                    </a:moveTo>
                    <a:lnTo>
                      <a:pt x="0" y="286"/>
                    </a:lnTo>
                    <a:lnTo>
                      <a:pt x="4522" y="1460"/>
                    </a:lnTo>
                    <a:lnTo>
                      <a:pt x="4608" y="1145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200" bIns="52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7" name="Google Shape;2691;p89"/>
              <p:cNvSpPr/>
              <p:nvPr/>
            </p:nvSpPr>
            <p:spPr>
              <a:xfrm>
                <a:off x="2698560" y="2677680"/>
                <a:ext cx="264240" cy="8784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3693" h="1231">
                    <a:moveTo>
                      <a:pt x="87" y="0"/>
                    </a:moveTo>
                    <a:lnTo>
                      <a:pt x="1" y="315"/>
                    </a:lnTo>
                    <a:lnTo>
                      <a:pt x="3607" y="1231"/>
                    </a:lnTo>
                    <a:lnTo>
                      <a:pt x="3693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920" bIns="43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8" name="Google Shape;2692;p89"/>
              <p:cNvSpPr/>
              <p:nvPr/>
            </p:nvSpPr>
            <p:spPr>
              <a:xfrm>
                <a:off x="2638800" y="2786400"/>
                <a:ext cx="221400" cy="7992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3092" h="1118">
                    <a:moveTo>
                      <a:pt x="87" y="1"/>
                    </a:moveTo>
                    <a:lnTo>
                      <a:pt x="1" y="316"/>
                    </a:lnTo>
                    <a:lnTo>
                      <a:pt x="3006" y="1117"/>
                    </a:lnTo>
                    <a:lnTo>
                      <a:pt x="3092" y="802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9" name="Google Shape;2693;p89"/>
              <p:cNvSpPr/>
              <p:nvPr/>
            </p:nvSpPr>
            <p:spPr>
              <a:xfrm>
                <a:off x="2675880" y="2765880"/>
                <a:ext cx="329760" cy="1044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4400"/>
                  <a:gd name="textAreaBottom" fmla="*/ 104760 h 104400"/>
                </a:gdLst>
                <a:ahLst/>
                <a:cxnLst/>
                <a:rect l="textAreaLeft" t="textAreaTop" r="textAreaRight" b="textAreaBottom"/>
                <a:pathLst>
                  <a:path w="4609" h="1461">
                    <a:moveTo>
                      <a:pt x="87" y="1"/>
                    </a:moveTo>
                    <a:lnTo>
                      <a:pt x="1" y="287"/>
                    </a:lnTo>
                    <a:lnTo>
                      <a:pt x="4523" y="1460"/>
                    </a:lnTo>
                    <a:lnTo>
                      <a:pt x="4609" y="1146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200" bIns="52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0" name="Google Shape;2694;p89"/>
              <p:cNvSpPr/>
              <p:nvPr/>
            </p:nvSpPr>
            <p:spPr>
              <a:xfrm>
                <a:off x="2616480" y="287244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1">
                    <a:moveTo>
                      <a:pt x="58" y="1"/>
                    </a:moveTo>
                    <a:lnTo>
                      <a:pt x="1" y="316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1" name="Google Shape;2695;p89"/>
              <p:cNvSpPr/>
              <p:nvPr/>
            </p:nvSpPr>
            <p:spPr>
              <a:xfrm>
                <a:off x="2604240" y="2917440"/>
                <a:ext cx="221400" cy="777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092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05" y="1088"/>
                    </a:lnTo>
                    <a:lnTo>
                      <a:pt x="3091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880" bIns="38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2" name="Google Shape;2696;p89"/>
              <p:cNvSpPr/>
              <p:nvPr/>
            </p:nvSpPr>
            <p:spPr>
              <a:xfrm>
                <a:off x="2593800" y="296064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57" y="1"/>
                    </a:moveTo>
                    <a:lnTo>
                      <a:pt x="0" y="287"/>
                    </a:lnTo>
                    <a:lnTo>
                      <a:pt x="4493" y="1489"/>
                    </a:lnTo>
                    <a:lnTo>
                      <a:pt x="4579" y="1174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280" bIns="53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3" name="Google Shape;2697;p89"/>
              <p:cNvSpPr/>
              <p:nvPr/>
            </p:nvSpPr>
            <p:spPr>
              <a:xfrm>
                <a:off x="2581560" y="3003840"/>
                <a:ext cx="262080" cy="90000"/>
              </a:xfrm>
              <a:custGeom>
                <a:avLst/>
                <a:gdLst>
                  <a:gd name="textAreaLeft" fmla="*/ 0 w 262080"/>
                  <a:gd name="textAreaRight" fmla="*/ 262440 w 26208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4" h="1260">
                    <a:moveTo>
                      <a:pt x="86" y="1"/>
                    </a:moveTo>
                    <a:lnTo>
                      <a:pt x="0" y="315"/>
                    </a:lnTo>
                    <a:lnTo>
                      <a:pt x="3578" y="1260"/>
                    </a:lnTo>
                    <a:lnTo>
                      <a:pt x="3664" y="94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4" name="Google Shape;2698;p89"/>
              <p:cNvSpPr/>
              <p:nvPr/>
            </p:nvSpPr>
            <p:spPr>
              <a:xfrm>
                <a:off x="2618640" y="2985120"/>
                <a:ext cx="223200" cy="7560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5600"/>
                  <a:gd name="textAreaBottom" fmla="*/ 75960 h 75600"/>
                </a:gdLst>
                <a:ahLst/>
                <a:cxnLst/>
                <a:rect l="textAreaLeft" t="textAreaTop" r="textAreaRight" b="textAreaBottom"/>
                <a:pathLst>
                  <a:path w="3121" h="1059">
                    <a:moveTo>
                      <a:pt x="86" y="0"/>
                    </a:moveTo>
                    <a:lnTo>
                      <a:pt x="1" y="286"/>
                    </a:lnTo>
                    <a:lnTo>
                      <a:pt x="3034" y="1059"/>
                    </a:lnTo>
                    <a:lnTo>
                      <a:pt x="3120" y="77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800" bIns="37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5" name="Google Shape;2699;p89"/>
              <p:cNvSpPr/>
              <p:nvPr/>
            </p:nvSpPr>
            <p:spPr>
              <a:xfrm>
                <a:off x="2608200" y="3026160"/>
                <a:ext cx="329760" cy="106200"/>
              </a:xfrm>
              <a:custGeom>
                <a:avLst/>
                <a:gdLst>
                  <a:gd name="textAreaLeft" fmla="*/ 0 w 329760"/>
                  <a:gd name="textAreaRight" fmla="*/ 330120 w 3297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609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9"/>
                    </a:lnTo>
                    <a:lnTo>
                      <a:pt x="4608" y="1174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280" bIns="53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6" name="Google Shape;2700;p89"/>
              <p:cNvSpPr/>
              <p:nvPr/>
            </p:nvSpPr>
            <p:spPr>
              <a:xfrm>
                <a:off x="2546640" y="3134880"/>
                <a:ext cx="262440" cy="900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65" h="1260">
                    <a:moveTo>
                      <a:pt x="87" y="0"/>
                    </a:moveTo>
                    <a:lnTo>
                      <a:pt x="1" y="315"/>
                    </a:lnTo>
                    <a:lnTo>
                      <a:pt x="3578" y="1259"/>
                    </a:lnTo>
                    <a:lnTo>
                      <a:pt x="3664" y="945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7" name="Google Shape;2701;p89"/>
              <p:cNvSpPr/>
              <p:nvPr/>
            </p:nvSpPr>
            <p:spPr>
              <a:xfrm>
                <a:off x="2534400" y="3178080"/>
                <a:ext cx="221400" cy="79560"/>
              </a:xfrm>
              <a:custGeom>
                <a:avLst/>
                <a:gdLst>
                  <a:gd name="textAreaLeft" fmla="*/ 0 w 221400"/>
                  <a:gd name="textAreaRight" fmla="*/ 221760 w 2214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3092" h="1117">
                    <a:moveTo>
                      <a:pt x="86" y="0"/>
                    </a:moveTo>
                    <a:lnTo>
                      <a:pt x="0" y="315"/>
                    </a:lnTo>
                    <a:lnTo>
                      <a:pt x="3005" y="1116"/>
                    </a:lnTo>
                    <a:lnTo>
                      <a:pt x="3091" y="8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8" name="Google Shape;2702;p89"/>
              <p:cNvSpPr/>
              <p:nvPr/>
            </p:nvSpPr>
            <p:spPr>
              <a:xfrm>
                <a:off x="2524320" y="3221280"/>
                <a:ext cx="327960" cy="106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580" h="1489">
                    <a:moveTo>
                      <a:pt x="86" y="0"/>
                    </a:moveTo>
                    <a:lnTo>
                      <a:pt x="0" y="315"/>
                    </a:lnTo>
                    <a:lnTo>
                      <a:pt x="4522" y="1488"/>
                    </a:lnTo>
                    <a:lnTo>
                      <a:pt x="4579" y="120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280" bIns="53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9" name="Google Shape;2703;p89"/>
              <p:cNvSpPr/>
              <p:nvPr/>
            </p:nvSpPr>
            <p:spPr>
              <a:xfrm>
                <a:off x="2511720" y="3264120"/>
                <a:ext cx="264240" cy="90000"/>
              </a:xfrm>
              <a:custGeom>
                <a:avLst/>
                <a:gdLst>
                  <a:gd name="textAreaLeft" fmla="*/ 0 w 264240"/>
                  <a:gd name="textAreaRight" fmla="*/ 264600 w 264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3693" h="1260">
                    <a:moveTo>
                      <a:pt x="86" y="0"/>
                    </a:moveTo>
                    <a:lnTo>
                      <a:pt x="0" y="315"/>
                    </a:lnTo>
                    <a:lnTo>
                      <a:pt x="3606" y="1259"/>
                    </a:lnTo>
                    <a:lnTo>
                      <a:pt x="3692" y="945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2704;p89"/>
              <p:cNvSpPr/>
              <p:nvPr/>
            </p:nvSpPr>
            <p:spPr>
              <a:xfrm>
                <a:off x="2550960" y="3245760"/>
                <a:ext cx="223200" cy="777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3120" h="1089">
                    <a:moveTo>
                      <a:pt x="86" y="1"/>
                    </a:moveTo>
                    <a:lnTo>
                      <a:pt x="0" y="315"/>
                    </a:lnTo>
                    <a:lnTo>
                      <a:pt x="3034" y="1088"/>
                    </a:lnTo>
                    <a:lnTo>
                      <a:pt x="3120" y="802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880" bIns="38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1" name="Google Shape;2705;p89"/>
              <p:cNvSpPr/>
              <p:nvPr/>
            </p:nvSpPr>
            <p:spPr>
              <a:xfrm>
                <a:off x="2675880" y="2523600"/>
                <a:ext cx="356760" cy="1720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172080"/>
                  <a:gd name="textAreaBottom" fmla="*/ 172440 h 172080"/>
                </a:gdLst>
                <a:ahLst/>
                <a:cxnLst/>
                <a:rect l="textAreaLeft" t="textAreaTop" r="textAreaRight" b="textAreaBottom"/>
                <a:pathLst>
                  <a:path w="4981" h="2405">
                    <a:moveTo>
                      <a:pt x="1031" y="1"/>
                    </a:moveTo>
                    <a:lnTo>
                      <a:pt x="688" y="344"/>
                    </a:lnTo>
                    <a:lnTo>
                      <a:pt x="402" y="659"/>
                    </a:lnTo>
                    <a:lnTo>
                      <a:pt x="344" y="688"/>
                    </a:lnTo>
                    <a:lnTo>
                      <a:pt x="230" y="831"/>
                    </a:lnTo>
                    <a:lnTo>
                      <a:pt x="1" y="1088"/>
                    </a:lnTo>
                    <a:lnTo>
                      <a:pt x="4981" y="2405"/>
                    </a:lnTo>
                    <a:lnTo>
                      <a:pt x="4952" y="2347"/>
                    </a:lnTo>
                    <a:lnTo>
                      <a:pt x="4895" y="2033"/>
                    </a:lnTo>
                    <a:lnTo>
                      <a:pt x="4838" y="1861"/>
                    </a:lnTo>
                    <a:lnTo>
                      <a:pt x="4838" y="1804"/>
                    </a:lnTo>
                    <a:lnTo>
                      <a:pt x="4809" y="1603"/>
                    </a:lnTo>
                    <a:lnTo>
                      <a:pt x="4752" y="1403"/>
                    </a:lnTo>
                    <a:lnTo>
                      <a:pt x="4637" y="916"/>
                    </a:lnTo>
                    <a:lnTo>
                      <a:pt x="4523" y="888"/>
                    </a:lnTo>
                    <a:lnTo>
                      <a:pt x="4294" y="802"/>
                    </a:lnTo>
                    <a:lnTo>
                      <a:pt x="4179" y="745"/>
                    </a:lnTo>
                    <a:lnTo>
                      <a:pt x="3893" y="630"/>
                    </a:lnTo>
                    <a:lnTo>
                      <a:pt x="3636" y="544"/>
                    </a:lnTo>
                    <a:lnTo>
                      <a:pt x="3607" y="516"/>
                    </a:lnTo>
                    <a:lnTo>
                      <a:pt x="3235" y="401"/>
                    </a:lnTo>
                    <a:lnTo>
                      <a:pt x="3149" y="373"/>
                    </a:lnTo>
                    <a:cubicBezTo>
                      <a:pt x="3086" y="415"/>
                      <a:pt x="3008" y="441"/>
                      <a:pt x="2926" y="441"/>
                    </a:cubicBezTo>
                    <a:cubicBezTo>
                      <a:pt x="2896" y="441"/>
                      <a:pt x="2865" y="438"/>
                      <a:pt x="2834" y="430"/>
                    </a:cubicBezTo>
                    <a:cubicBezTo>
                      <a:pt x="2720" y="373"/>
                      <a:pt x="2605" y="315"/>
                      <a:pt x="2548" y="201"/>
                    </a:cubicBezTo>
                    <a:lnTo>
                      <a:pt x="2147" y="144"/>
                    </a:lnTo>
                    <a:lnTo>
                      <a:pt x="2061" y="144"/>
                    </a:lnTo>
                    <a:lnTo>
                      <a:pt x="1832" y="115"/>
                    </a:lnTo>
                    <a:lnTo>
                      <a:pt x="1317" y="29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040" bIns="86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2" name="Google Shape;2706;p89"/>
              <p:cNvSpPr/>
              <p:nvPr/>
            </p:nvSpPr>
            <p:spPr>
              <a:xfrm>
                <a:off x="2661480" y="2566800"/>
                <a:ext cx="387000" cy="135360"/>
              </a:xfrm>
              <a:custGeom>
                <a:avLst/>
                <a:gdLst>
                  <a:gd name="textAreaLeft" fmla="*/ 0 w 387000"/>
                  <a:gd name="textAreaRight" fmla="*/ 387360 w 3870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5405" h="1894">
                    <a:moveTo>
                      <a:pt x="458" y="1"/>
                    </a:moveTo>
                    <a:lnTo>
                      <a:pt x="401" y="29"/>
                    </a:lnTo>
                    <a:lnTo>
                      <a:pt x="258" y="172"/>
                    </a:lnTo>
                    <a:lnTo>
                      <a:pt x="115" y="287"/>
                    </a:lnTo>
                    <a:cubicBezTo>
                      <a:pt x="1" y="373"/>
                      <a:pt x="29" y="544"/>
                      <a:pt x="172" y="573"/>
                    </a:cubicBezTo>
                    <a:lnTo>
                      <a:pt x="5152" y="1890"/>
                    </a:lnTo>
                    <a:cubicBezTo>
                      <a:pt x="5162" y="1892"/>
                      <a:pt x="5172" y="1893"/>
                      <a:pt x="5183" y="1893"/>
                    </a:cubicBezTo>
                    <a:cubicBezTo>
                      <a:pt x="5290" y="1893"/>
                      <a:pt x="5405" y="1765"/>
                      <a:pt x="5352" y="1661"/>
                    </a:cubicBezTo>
                    <a:lnTo>
                      <a:pt x="5266" y="1489"/>
                    </a:lnTo>
                    <a:lnTo>
                      <a:pt x="5209" y="1289"/>
                    </a:lnTo>
                    <a:lnTo>
                      <a:pt x="5181" y="1231"/>
                    </a:lnTo>
                    <a:lnTo>
                      <a:pt x="45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7680" bIns="67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3" name="Google Shape;2707;p89"/>
              <p:cNvSpPr/>
              <p:nvPr/>
            </p:nvSpPr>
            <p:spPr>
              <a:xfrm>
                <a:off x="2823480" y="2461680"/>
                <a:ext cx="126720" cy="1249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24920"/>
                  <a:gd name="textAreaBottom" fmla="*/ 125280 h 124920"/>
                </a:gdLst>
                <a:ahLst/>
                <a:cxnLst/>
                <a:rect l="textAreaLeft" t="textAreaTop" r="textAreaRight" b="textAreaBottom"/>
                <a:pathLst>
                  <a:path w="1775" h="1749">
                    <a:moveTo>
                      <a:pt x="974" y="467"/>
                    </a:moveTo>
                    <a:cubicBezTo>
                      <a:pt x="1202" y="524"/>
                      <a:pt x="1317" y="753"/>
                      <a:pt x="1288" y="982"/>
                    </a:cubicBezTo>
                    <a:cubicBezTo>
                      <a:pt x="1260" y="1039"/>
                      <a:pt x="1202" y="1097"/>
                      <a:pt x="1174" y="1154"/>
                    </a:cubicBezTo>
                    <a:cubicBezTo>
                      <a:pt x="1145" y="1182"/>
                      <a:pt x="1117" y="1182"/>
                      <a:pt x="1117" y="1211"/>
                    </a:cubicBezTo>
                    <a:cubicBezTo>
                      <a:pt x="1033" y="1253"/>
                      <a:pt x="949" y="1280"/>
                      <a:pt x="865" y="1280"/>
                    </a:cubicBezTo>
                    <a:cubicBezTo>
                      <a:pt x="835" y="1280"/>
                      <a:pt x="804" y="1276"/>
                      <a:pt x="773" y="1268"/>
                    </a:cubicBezTo>
                    <a:cubicBezTo>
                      <a:pt x="315" y="1154"/>
                      <a:pt x="401" y="467"/>
                      <a:pt x="888" y="467"/>
                    </a:cubicBezTo>
                    <a:close/>
                    <a:moveTo>
                      <a:pt x="846" y="1"/>
                    </a:moveTo>
                    <a:cubicBezTo>
                      <a:pt x="470" y="1"/>
                      <a:pt x="123" y="261"/>
                      <a:pt x="29" y="639"/>
                    </a:cubicBezTo>
                    <a:cubicBezTo>
                      <a:pt x="0" y="696"/>
                      <a:pt x="0" y="753"/>
                      <a:pt x="0" y="782"/>
                    </a:cubicBezTo>
                    <a:cubicBezTo>
                      <a:pt x="0" y="868"/>
                      <a:pt x="0" y="925"/>
                      <a:pt x="0" y="982"/>
                    </a:cubicBezTo>
                    <a:cubicBezTo>
                      <a:pt x="29" y="1211"/>
                      <a:pt x="144" y="1383"/>
                      <a:pt x="287" y="1526"/>
                    </a:cubicBezTo>
                    <a:cubicBezTo>
                      <a:pt x="454" y="1676"/>
                      <a:pt x="670" y="1749"/>
                      <a:pt x="883" y="1749"/>
                    </a:cubicBezTo>
                    <a:cubicBezTo>
                      <a:pt x="1035" y="1749"/>
                      <a:pt x="1186" y="1712"/>
                      <a:pt x="1317" y="1640"/>
                    </a:cubicBezTo>
                    <a:cubicBezTo>
                      <a:pt x="1403" y="1583"/>
                      <a:pt x="1489" y="1526"/>
                      <a:pt x="1546" y="1440"/>
                    </a:cubicBezTo>
                    <a:lnTo>
                      <a:pt x="1575" y="1411"/>
                    </a:lnTo>
                    <a:cubicBezTo>
                      <a:pt x="1660" y="1326"/>
                      <a:pt x="1689" y="1211"/>
                      <a:pt x="1718" y="1097"/>
                    </a:cubicBezTo>
                    <a:cubicBezTo>
                      <a:pt x="1775" y="925"/>
                      <a:pt x="1775" y="753"/>
                      <a:pt x="1718" y="610"/>
                    </a:cubicBezTo>
                    <a:lnTo>
                      <a:pt x="1660" y="496"/>
                    </a:lnTo>
                    <a:cubicBezTo>
                      <a:pt x="1575" y="267"/>
                      <a:pt x="1346" y="95"/>
                      <a:pt x="1088" y="38"/>
                    </a:cubicBezTo>
                    <a:cubicBezTo>
                      <a:pt x="1007" y="13"/>
                      <a:pt x="926" y="1"/>
                      <a:pt x="8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640" bIns="62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4" name="Google Shape;2708;p89"/>
              <p:cNvSpPr/>
              <p:nvPr/>
            </p:nvSpPr>
            <p:spPr>
              <a:xfrm>
                <a:off x="2565000" y="2542320"/>
                <a:ext cx="18000" cy="1008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258" h="144">
                    <a:moveTo>
                      <a:pt x="258" y="0"/>
                    </a:moveTo>
                    <a:lnTo>
                      <a:pt x="0" y="86"/>
                    </a:lnTo>
                    <a:lnTo>
                      <a:pt x="229" y="14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5" name="Google Shape;2709;p89"/>
              <p:cNvSpPr/>
              <p:nvPr/>
            </p:nvSpPr>
            <p:spPr>
              <a:xfrm>
                <a:off x="2704680" y="2546280"/>
                <a:ext cx="317520" cy="106200"/>
              </a:xfrm>
              <a:custGeom>
                <a:avLst/>
                <a:gdLst>
                  <a:gd name="textAreaLeft" fmla="*/ 0 w 317520"/>
                  <a:gd name="textAreaRight" fmla="*/ 317880 w 317520"/>
                  <a:gd name="textAreaTop" fmla="*/ 0 h 106200"/>
                  <a:gd name="textAreaBottom" fmla="*/ 106560 h 106200"/>
                </a:gdLst>
                <a:ahLst/>
                <a:cxnLst/>
                <a:rect l="textAreaLeft" t="textAreaTop" r="textAreaRight" b="textAreaBottom"/>
                <a:pathLst>
                  <a:path w="4437" h="1489">
                    <a:moveTo>
                      <a:pt x="287" y="0"/>
                    </a:moveTo>
                    <a:lnTo>
                      <a:pt x="1" y="315"/>
                    </a:lnTo>
                    <a:lnTo>
                      <a:pt x="4437" y="1489"/>
                    </a:lnTo>
                    <a:lnTo>
                      <a:pt x="4379" y="1288"/>
                    </a:lnTo>
                    <a:lnTo>
                      <a:pt x="4351" y="108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280" bIns="53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6" name="Google Shape;2710;p89"/>
              <p:cNvSpPr/>
              <p:nvPr/>
            </p:nvSpPr>
            <p:spPr>
              <a:xfrm>
                <a:off x="2787840" y="3219840"/>
                <a:ext cx="852840" cy="729720"/>
              </a:xfrm>
              <a:custGeom>
                <a:avLst/>
                <a:gdLst>
                  <a:gd name="textAreaLeft" fmla="*/ 0 w 852840"/>
                  <a:gd name="textAreaRight" fmla="*/ 853200 w 852840"/>
                  <a:gd name="textAreaTop" fmla="*/ 0 h 729720"/>
                  <a:gd name="textAreaBottom" fmla="*/ 730080 h 72972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7" name="Google Shape;2711;p89"/>
              <p:cNvSpPr/>
              <p:nvPr/>
            </p:nvSpPr>
            <p:spPr>
              <a:xfrm>
                <a:off x="3090240" y="3368880"/>
                <a:ext cx="371160" cy="328320"/>
              </a:xfrm>
              <a:custGeom>
                <a:avLst/>
                <a:gdLst>
                  <a:gd name="textAreaLeft" fmla="*/ 0 w 371160"/>
                  <a:gd name="textAreaRight" fmla="*/ 371520 w 37116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8" name="Google Shape;2712;p89"/>
              <p:cNvSpPr/>
              <p:nvPr/>
            </p:nvSpPr>
            <p:spPr>
              <a:xfrm>
                <a:off x="2993760" y="3674520"/>
                <a:ext cx="110520" cy="10008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100080"/>
                  <a:gd name="textAreaBottom" fmla="*/ 100440 h 10008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040" bIns="50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9" name="Google Shape;2713;p89"/>
              <p:cNvSpPr/>
              <p:nvPr/>
            </p:nvSpPr>
            <p:spPr>
              <a:xfrm>
                <a:off x="3036960" y="3668400"/>
                <a:ext cx="71640" cy="7128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71280"/>
                  <a:gd name="textAreaBottom" fmla="*/ 71640 h 7128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640" bIns="35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0" name="Google Shape;2714;p89"/>
              <p:cNvSpPr/>
              <p:nvPr/>
            </p:nvSpPr>
            <p:spPr>
              <a:xfrm>
                <a:off x="2782440" y="3754440"/>
                <a:ext cx="225360" cy="200520"/>
              </a:xfrm>
              <a:custGeom>
                <a:avLst/>
                <a:gdLst>
                  <a:gd name="textAreaLeft" fmla="*/ 0 w 225360"/>
                  <a:gd name="textAreaRight" fmla="*/ 225720 w 22536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3149" h="2805">
                    <a:moveTo>
                      <a:pt x="2976" y="0"/>
                    </a:moveTo>
                    <a:lnTo>
                      <a:pt x="200" y="2290"/>
                    </a:lnTo>
                    <a:lnTo>
                      <a:pt x="0" y="2805"/>
                    </a:lnTo>
                    <a:lnTo>
                      <a:pt x="3148" y="201"/>
                    </a:lnTo>
                    <a:lnTo>
                      <a:pt x="297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1" name="Google Shape;2715;p89"/>
              <p:cNvSpPr/>
              <p:nvPr/>
            </p:nvSpPr>
            <p:spPr>
              <a:xfrm>
                <a:off x="3137400" y="3596400"/>
                <a:ext cx="57240" cy="633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2" name="Google Shape;2716;p89"/>
              <p:cNvSpPr/>
              <p:nvPr/>
            </p:nvSpPr>
            <p:spPr>
              <a:xfrm>
                <a:off x="1154160" y="2552400"/>
                <a:ext cx="949320" cy="578160"/>
              </a:xfrm>
              <a:custGeom>
                <a:avLst/>
                <a:gdLst>
                  <a:gd name="textAreaLeft" fmla="*/ 0 w 949320"/>
                  <a:gd name="textAreaRight" fmla="*/ 949680 w 949320"/>
                  <a:gd name="textAreaTop" fmla="*/ 0 h 578160"/>
                  <a:gd name="textAreaBottom" fmla="*/ 578520 h 578160"/>
                </a:gdLst>
                <a:ahLst/>
                <a:cxnLst/>
                <a:rect l="textAreaLeft" t="textAreaTop" r="textAreaRight" b="textAreaBottom"/>
                <a:pathLst>
                  <a:path w="13252" h="8071">
                    <a:moveTo>
                      <a:pt x="8300" y="5209"/>
                    </a:moveTo>
                    <a:lnTo>
                      <a:pt x="8186" y="5438"/>
                    </a:lnTo>
                    <a:lnTo>
                      <a:pt x="8136" y="5503"/>
                    </a:lnTo>
                    <a:lnTo>
                      <a:pt x="8300" y="5209"/>
                    </a:lnTo>
                    <a:close/>
                    <a:moveTo>
                      <a:pt x="1031" y="0"/>
                    </a:moveTo>
                    <a:lnTo>
                      <a:pt x="0" y="1889"/>
                    </a:lnTo>
                    <a:lnTo>
                      <a:pt x="401" y="2118"/>
                    </a:lnTo>
                    <a:lnTo>
                      <a:pt x="802" y="1374"/>
                    </a:lnTo>
                    <a:lnTo>
                      <a:pt x="1574" y="1803"/>
                    </a:lnTo>
                    <a:lnTo>
                      <a:pt x="1088" y="2748"/>
                    </a:lnTo>
                    <a:lnTo>
                      <a:pt x="7041" y="6010"/>
                    </a:lnTo>
                    <a:cubicBezTo>
                      <a:pt x="7153" y="6076"/>
                      <a:pt x="7278" y="6108"/>
                      <a:pt x="7401" y="6108"/>
                    </a:cubicBezTo>
                    <a:cubicBezTo>
                      <a:pt x="7654" y="6108"/>
                      <a:pt x="7898" y="5974"/>
                      <a:pt x="8014" y="5724"/>
                    </a:cubicBezTo>
                    <a:lnTo>
                      <a:pt x="8107" y="5557"/>
                    </a:lnTo>
                    <a:lnTo>
                      <a:pt x="8107" y="5557"/>
                    </a:lnTo>
                    <a:lnTo>
                      <a:pt x="8701" y="5896"/>
                    </a:lnTo>
                    <a:lnTo>
                      <a:pt x="8787" y="5753"/>
                    </a:lnTo>
                    <a:lnTo>
                      <a:pt x="9616" y="6211"/>
                    </a:lnTo>
                    <a:lnTo>
                      <a:pt x="9645" y="6125"/>
                    </a:lnTo>
                    <a:lnTo>
                      <a:pt x="13251" y="8071"/>
                    </a:lnTo>
                    <a:lnTo>
                      <a:pt x="12936" y="7613"/>
                    </a:lnTo>
                    <a:lnTo>
                      <a:pt x="9794" y="5871"/>
                    </a:lnTo>
                    <a:lnTo>
                      <a:pt x="9845" y="5781"/>
                    </a:lnTo>
                    <a:lnTo>
                      <a:pt x="9015" y="5324"/>
                    </a:lnTo>
                    <a:lnTo>
                      <a:pt x="9073" y="5209"/>
                    </a:lnTo>
                    <a:lnTo>
                      <a:pt x="8488" y="4875"/>
                    </a:lnTo>
                    <a:lnTo>
                      <a:pt x="8586" y="4694"/>
                    </a:lnTo>
                    <a:cubicBezTo>
                      <a:pt x="8787" y="4350"/>
                      <a:pt x="8643" y="3893"/>
                      <a:pt x="8300" y="3692"/>
                    </a:cubicBezTo>
                    <a:lnTo>
                      <a:pt x="2347" y="430"/>
                    </a:lnTo>
                    <a:lnTo>
                      <a:pt x="1832" y="1374"/>
                    </a:lnTo>
                    <a:lnTo>
                      <a:pt x="1059" y="945"/>
                    </a:lnTo>
                    <a:lnTo>
                      <a:pt x="1431" y="201"/>
                    </a:lnTo>
                    <a:lnTo>
                      <a:pt x="10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3" name="Google Shape;2717;p89"/>
              <p:cNvSpPr/>
              <p:nvPr/>
            </p:nvSpPr>
            <p:spPr>
              <a:xfrm>
                <a:off x="1332360" y="2646720"/>
                <a:ext cx="393480" cy="286200"/>
              </a:xfrm>
              <a:custGeom>
                <a:avLst/>
                <a:gdLst>
                  <a:gd name="textAreaLeft" fmla="*/ 0 w 393480"/>
                  <a:gd name="textAreaRight" fmla="*/ 393840 w 393480"/>
                  <a:gd name="textAreaTop" fmla="*/ 0 h 286200"/>
                  <a:gd name="textAreaBottom" fmla="*/ 286560 h 286200"/>
                </a:gdLst>
                <a:ahLst/>
                <a:cxnLst/>
                <a:rect l="textAreaLeft" t="textAreaTop" r="textAreaRight" b="textAreaBottom"/>
                <a:pathLst>
                  <a:path w="5496" h="3998">
                    <a:moveTo>
                      <a:pt x="945" y="1"/>
                    </a:moveTo>
                    <a:lnTo>
                      <a:pt x="0" y="1718"/>
                    </a:lnTo>
                    <a:lnTo>
                      <a:pt x="3893" y="3864"/>
                    </a:lnTo>
                    <a:cubicBezTo>
                      <a:pt x="4038" y="3955"/>
                      <a:pt x="4201" y="3997"/>
                      <a:pt x="4364" y="3997"/>
                    </a:cubicBezTo>
                    <a:cubicBezTo>
                      <a:pt x="4713" y="3997"/>
                      <a:pt x="5062" y="3805"/>
                      <a:pt x="5238" y="3492"/>
                    </a:cubicBezTo>
                    <a:cubicBezTo>
                      <a:pt x="5495" y="3006"/>
                      <a:pt x="5323" y="2405"/>
                      <a:pt x="4837" y="2147"/>
                    </a:cubicBez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4" name="Google Shape;2718;p89"/>
              <p:cNvSpPr/>
              <p:nvPr/>
            </p:nvSpPr>
            <p:spPr>
              <a:xfrm>
                <a:off x="1180800" y="2595600"/>
                <a:ext cx="194400" cy="128880"/>
              </a:xfrm>
              <a:custGeom>
                <a:avLst/>
                <a:gdLst>
                  <a:gd name="textAreaLeft" fmla="*/ 0 w 194400"/>
                  <a:gd name="textAreaRight" fmla="*/ 194760 w 194400"/>
                  <a:gd name="textAreaTop" fmla="*/ 0 h 128880"/>
                  <a:gd name="textAreaBottom" fmla="*/ 129240 h 128880"/>
                </a:gdLst>
                <a:ahLst/>
                <a:cxnLst/>
                <a:rect l="textAreaLeft" t="textAreaTop" r="textAreaRight" b="textAreaBottom"/>
                <a:pathLst>
                  <a:path w="2720" h="1804">
                    <a:moveTo>
                      <a:pt x="229" y="0"/>
                    </a:moveTo>
                    <a:lnTo>
                      <a:pt x="0" y="430"/>
                    </a:lnTo>
                    <a:lnTo>
                      <a:pt x="2490" y="1803"/>
                    </a:lnTo>
                    <a:lnTo>
                      <a:pt x="2719" y="1374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440" bIns="64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5" name="Google Shape;2719;p89"/>
              <p:cNvSpPr/>
              <p:nvPr/>
            </p:nvSpPr>
            <p:spPr>
              <a:xfrm>
                <a:off x="1299600" y="2628360"/>
                <a:ext cx="100080" cy="14112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1403" h="1975">
                    <a:moveTo>
                      <a:pt x="945" y="0"/>
                    </a:moveTo>
                    <a:lnTo>
                      <a:pt x="0" y="1746"/>
                    </a:lnTo>
                    <a:lnTo>
                      <a:pt x="458" y="1975"/>
                    </a:lnTo>
                    <a:lnTo>
                      <a:pt x="1403" y="258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560" bIns="70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6" name="Google Shape;2720;p89"/>
              <p:cNvSpPr/>
              <p:nvPr/>
            </p:nvSpPr>
            <p:spPr>
              <a:xfrm>
                <a:off x="1135440" y="2534040"/>
                <a:ext cx="104400" cy="15156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151560"/>
                  <a:gd name="textAreaBottom" fmla="*/ 151920 h 151560"/>
                </a:gdLst>
                <a:ahLst/>
                <a:cxnLst/>
                <a:rect l="textAreaLeft" t="textAreaTop" r="textAreaRight" b="textAreaBottom"/>
                <a:pathLst>
                  <a:path w="1461" h="2119">
                    <a:moveTo>
                      <a:pt x="1060" y="1"/>
                    </a:moveTo>
                    <a:lnTo>
                      <a:pt x="1" y="1890"/>
                    </a:lnTo>
                    <a:lnTo>
                      <a:pt x="402" y="2119"/>
                    </a:lnTo>
                    <a:lnTo>
                      <a:pt x="1460" y="230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960" bIns="75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7" name="Google Shape;2721;p89"/>
              <p:cNvSpPr/>
              <p:nvPr/>
            </p:nvSpPr>
            <p:spPr>
              <a:xfrm>
                <a:off x="1722240" y="2895120"/>
                <a:ext cx="118800" cy="8568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85680"/>
                  <a:gd name="textAreaBottom" fmla="*/ 86040 h 85680"/>
                </a:gdLst>
                <a:ahLst/>
                <a:cxnLst/>
                <a:rect l="textAreaLeft" t="textAreaTop" r="textAreaRight" b="textAreaBottom"/>
                <a:pathLst>
                  <a:path w="1661" h="1203">
                    <a:moveTo>
                      <a:pt x="230" y="1"/>
                    </a:moveTo>
                    <a:lnTo>
                      <a:pt x="1" y="401"/>
                    </a:lnTo>
                    <a:lnTo>
                      <a:pt x="1432" y="1203"/>
                    </a:lnTo>
                    <a:lnTo>
                      <a:pt x="1661" y="773"/>
                    </a:lnTo>
                    <a:lnTo>
                      <a:pt x="23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8" name="Google Shape;2722;p89"/>
              <p:cNvSpPr/>
              <p:nvPr/>
            </p:nvSpPr>
            <p:spPr>
              <a:xfrm>
                <a:off x="1717920" y="2884680"/>
                <a:ext cx="67320" cy="7164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71640"/>
                  <a:gd name="textAreaBottom" fmla="*/ 72000 h 71640"/>
                </a:gdLst>
                <a:ahLst/>
                <a:cxnLst/>
                <a:rect l="textAreaLeft" t="textAreaTop" r="textAreaRight" b="textAreaBottom"/>
                <a:pathLst>
                  <a:path w="946" h="1003">
                    <a:moveTo>
                      <a:pt x="344" y="1"/>
                    </a:moveTo>
                    <a:lnTo>
                      <a:pt x="1" y="659"/>
                    </a:lnTo>
                    <a:lnTo>
                      <a:pt x="602" y="1002"/>
                    </a:lnTo>
                    <a:lnTo>
                      <a:pt x="945" y="344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0" bIns="36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9" name="Google Shape;2723;p89"/>
              <p:cNvSpPr/>
              <p:nvPr/>
            </p:nvSpPr>
            <p:spPr>
              <a:xfrm>
                <a:off x="1828800" y="2958480"/>
                <a:ext cx="255960" cy="155520"/>
              </a:xfrm>
              <a:custGeom>
                <a:avLst/>
                <a:gdLst>
                  <a:gd name="textAreaLeft" fmla="*/ 0 w 255960"/>
                  <a:gd name="textAreaRight" fmla="*/ 256320 w 25596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78" h="2177">
                    <a:moveTo>
                      <a:pt x="115" y="1"/>
                    </a:moveTo>
                    <a:lnTo>
                      <a:pt x="0" y="230"/>
                    </a:lnTo>
                    <a:lnTo>
                      <a:pt x="3578" y="2176"/>
                    </a:lnTo>
                    <a:lnTo>
                      <a:pt x="3291" y="1718"/>
                    </a:lnTo>
                    <a:lnTo>
                      <a:pt x="1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7760" bIns="77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0" name="Google Shape;2724;p89"/>
              <p:cNvSpPr/>
              <p:nvPr/>
            </p:nvSpPr>
            <p:spPr>
              <a:xfrm>
                <a:off x="1621800" y="28292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7" h="946">
                    <a:moveTo>
                      <a:pt x="401" y="1"/>
                    </a:moveTo>
                    <a:lnTo>
                      <a:pt x="1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1" name="Google Shape;2725;p89"/>
              <p:cNvSpPr/>
              <p:nvPr/>
            </p:nvSpPr>
            <p:spPr>
              <a:xfrm>
                <a:off x="1568520" y="28008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0"/>
                    </a:moveTo>
                    <a:lnTo>
                      <a:pt x="0" y="773"/>
                    </a:lnTo>
                    <a:lnTo>
                      <a:pt x="287" y="916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760" bIns="32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2" name="Google Shape;2726;p89"/>
              <p:cNvSpPr/>
              <p:nvPr/>
            </p:nvSpPr>
            <p:spPr>
              <a:xfrm>
                <a:off x="1515240" y="27698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6">
                    <a:moveTo>
                      <a:pt x="401" y="1"/>
                    </a:moveTo>
                    <a:lnTo>
                      <a:pt x="0" y="774"/>
                    </a:lnTo>
                    <a:lnTo>
                      <a:pt x="287" y="945"/>
                    </a:lnTo>
                    <a:lnTo>
                      <a:pt x="716" y="173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3" name="Google Shape;2727;p89"/>
              <p:cNvSpPr/>
              <p:nvPr/>
            </p:nvSpPr>
            <p:spPr>
              <a:xfrm>
                <a:off x="1461600" y="2741040"/>
                <a:ext cx="51120" cy="673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716" h="945">
                    <a:moveTo>
                      <a:pt x="401" y="0"/>
                    </a:moveTo>
                    <a:lnTo>
                      <a:pt x="0" y="773"/>
                    </a:lnTo>
                    <a:lnTo>
                      <a:pt x="286" y="945"/>
                    </a:lnTo>
                    <a:lnTo>
                      <a:pt x="716" y="172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4" name="Google Shape;2728;p89"/>
              <p:cNvSpPr/>
              <p:nvPr/>
            </p:nvSpPr>
            <p:spPr>
              <a:xfrm>
                <a:off x="1408320" y="2712600"/>
                <a:ext cx="51120" cy="6552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65520"/>
                  <a:gd name="textAreaBottom" fmla="*/ 65880 h 65520"/>
                </a:gdLst>
                <a:ahLst/>
                <a:cxnLst/>
                <a:rect l="textAreaLeft" t="textAreaTop" r="textAreaRight" b="textAreaBottom"/>
                <a:pathLst>
                  <a:path w="716" h="917">
                    <a:moveTo>
                      <a:pt x="401" y="1"/>
                    </a:moveTo>
                    <a:lnTo>
                      <a:pt x="0" y="773"/>
                    </a:lnTo>
                    <a:lnTo>
                      <a:pt x="286" y="916"/>
                    </a:lnTo>
                    <a:lnTo>
                      <a:pt x="716" y="172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760" bIns="32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5" name="Google Shape;2729;p89"/>
              <p:cNvSpPr/>
              <p:nvPr/>
            </p:nvSpPr>
            <p:spPr>
              <a:xfrm>
                <a:off x="1627920" y="2084400"/>
                <a:ext cx="746280" cy="892080"/>
              </a:xfrm>
              <a:custGeom>
                <a:avLst/>
                <a:gdLst>
                  <a:gd name="textAreaLeft" fmla="*/ 0 w 746280"/>
                  <a:gd name="textAreaRight" fmla="*/ 746640 w 746280"/>
                  <a:gd name="textAreaTop" fmla="*/ 0 h 892080"/>
                  <a:gd name="textAreaBottom" fmla="*/ 892440 h 892080"/>
                </a:gdLst>
                <a:ahLst/>
                <a:cxnLst/>
                <a:rect l="textAreaLeft" t="textAreaTop" r="textAreaRight" b="textAreaBottom"/>
                <a:pathLst>
                  <a:path w="10418" h="12451">
                    <a:moveTo>
                      <a:pt x="4541" y="0"/>
                    </a:moveTo>
                    <a:cubicBezTo>
                      <a:pt x="4380" y="0"/>
                      <a:pt x="4217" y="39"/>
                      <a:pt x="4064" y="120"/>
                    </a:cubicBezTo>
                    <a:lnTo>
                      <a:pt x="659" y="2009"/>
                    </a:lnTo>
                    <a:cubicBezTo>
                      <a:pt x="172" y="2266"/>
                      <a:pt x="0" y="2867"/>
                      <a:pt x="287" y="3354"/>
                    </a:cubicBezTo>
                    <a:lnTo>
                      <a:pt x="5009" y="11939"/>
                    </a:lnTo>
                    <a:cubicBezTo>
                      <a:pt x="5182" y="12266"/>
                      <a:pt x="5509" y="12450"/>
                      <a:pt x="5852" y="12450"/>
                    </a:cubicBezTo>
                    <a:cubicBezTo>
                      <a:pt x="6021" y="12450"/>
                      <a:pt x="6194" y="12406"/>
                      <a:pt x="6354" y="12311"/>
                    </a:cubicBezTo>
                    <a:lnTo>
                      <a:pt x="9760" y="10451"/>
                    </a:lnTo>
                    <a:cubicBezTo>
                      <a:pt x="10246" y="10194"/>
                      <a:pt x="10418" y="9593"/>
                      <a:pt x="10160" y="9106"/>
                    </a:cubicBezTo>
                    <a:lnTo>
                      <a:pt x="5409" y="520"/>
                    </a:lnTo>
                    <a:cubicBezTo>
                      <a:pt x="5233" y="186"/>
                      <a:pt x="4894" y="0"/>
                      <a:pt x="45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6" name="Google Shape;2730;p89"/>
              <p:cNvSpPr/>
              <p:nvPr/>
            </p:nvSpPr>
            <p:spPr>
              <a:xfrm>
                <a:off x="1642320" y="2118600"/>
                <a:ext cx="684720" cy="792720"/>
              </a:xfrm>
              <a:custGeom>
                <a:avLst/>
                <a:gdLst>
                  <a:gd name="textAreaLeft" fmla="*/ 0 w 684720"/>
                  <a:gd name="textAreaRight" fmla="*/ 685080 w 684720"/>
                  <a:gd name="textAreaTop" fmla="*/ 0 h 792720"/>
                  <a:gd name="textAreaBottom" fmla="*/ 793080 h 792720"/>
                </a:gdLst>
                <a:ahLst/>
                <a:cxnLst/>
                <a:rect l="textAreaLeft" t="textAreaTop" r="textAreaRight" b="textAreaBottom"/>
                <a:pathLst>
                  <a:path w="9560" h="11069">
                    <a:moveTo>
                      <a:pt x="3356" y="1"/>
                    </a:moveTo>
                    <a:cubicBezTo>
                      <a:pt x="2880" y="1"/>
                      <a:pt x="2397" y="116"/>
                      <a:pt x="1947" y="359"/>
                    </a:cubicBezTo>
                    <a:lnTo>
                      <a:pt x="1947" y="388"/>
                    </a:lnTo>
                    <a:cubicBezTo>
                      <a:pt x="516" y="1160"/>
                      <a:pt x="1" y="2935"/>
                      <a:pt x="774" y="4366"/>
                    </a:cubicBezTo>
                    <a:lnTo>
                      <a:pt x="3635" y="9546"/>
                    </a:lnTo>
                    <a:cubicBezTo>
                      <a:pt x="4180" y="10519"/>
                      <a:pt x="5175" y="11069"/>
                      <a:pt x="6206" y="11069"/>
                    </a:cubicBezTo>
                    <a:cubicBezTo>
                      <a:pt x="6691" y="11069"/>
                      <a:pt x="7184" y="10947"/>
                      <a:pt x="7642" y="10691"/>
                    </a:cubicBezTo>
                    <a:cubicBezTo>
                      <a:pt x="9044" y="9918"/>
                      <a:pt x="9560" y="8144"/>
                      <a:pt x="8787" y="6713"/>
                    </a:cubicBezTo>
                    <a:lnTo>
                      <a:pt x="5925" y="1533"/>
                    </a:lnTo>
                    <a:cubicBezTo>
                      <a:pt x="5395" y="551"/>
                      <a:pt x="4394" y="1"/>
                      <a:pt x="33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7" name="Google Shape;2731;p89"/>
              <p:cNvSpPr/>
              <p:nvPr/>
            </p:nvSpPr>
            <p:spPr>
              <a:xfrm>
                <a:off x="2132280" y="2788200"/>
                <a:ext cx="36720" cy="54000"/>
              </a:xfrm>
              <a:custGeom>
                <a:avLst/>
                <a:gdLst>
                  <a:gd name="textAreaLeft" fmla="*/ 0 w 36720"/>
                  <a:gd name="textAreaRight" fmla="*/ 37080 w 3672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16" h="757">
                    <a:moveTo>
                      <a:pt x="58" y="1"/>
                    </a:moveTo>
                    <a:cubicBezTo>
                      <a:pt x="29" y="29"/>
                      <a:pt x="1" y="58"/>
                      <a:pt x="29" y="86"/>
                    </a:cubicBezTo>
                    <a:lnTo>
                      <a:pt x="373" y="716"/>
                    </a:lnTo>
                    <a:cubicBezTo>
                      <a:pt x="393" y="736"/>
                      <a:pt x="413" y="757"/>
                      <a:pt x="434" y="757"/>
                    </a:cubicBezTo>
                    <a:cubicBezTo>
                      <a:pt x="442" y="757"/>
                      <a:pt x="450" y="753"/>
                      <a:pt x="459" y="745"/>
                    </a:cubicBezTo>
                    <a:cubicBezTo>
                      <a:pt x="487" y="745"/>
                      <a:pt x="516" y="687"/>
                      <a:pt x="487" y="659"/>
                    </a:cubicBezTo>
                    <a:lnTo>
                      <a:pt x="144" y="29"/>
                    </a:lnTo>
                    <a:cubicBezTo>
                      <a:pt x="115" y="1"/>
                      <a:pt x="87" y="1"/>
                      <a:pt x="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000" bIns="27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8" name="Google Shape;2732;p89"/>
              <p:cNvSpPr/>
              <p:nvPr/>
            </p:nvSpPr>
            <p:spPr>
              <a:xfrm>
                <a:off x="1869840" y="2310480"/>
                <a:ext cx="229320" cy="4057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405720"/>
                  <a:gd name="textAreaBottom" fmla="*/ 406080 h 405720"/>
                </a:gdLst>
                <a:ahLst/>
                <a:cxnLst/>
                <a:rect l="textAreaLeft" t="textAreaTop" r="textAreaRight" b="textAreaBottom"/>
                <a:pathLst>
                  <a:path w="3206" h="5667">
                    <a:moveTo>
                      <a:pt x="29" y="0"/>
                    </a:moveTo>
                    <a:cubicBezTo>
                      <a:pt x="1" y="29"/>
                      <a:pt x="1" y="86"/>
                      <a:pt x="29" y="115"/>
                    </a:cubicBezTo>
                    <a:lnTo>
                      <a:pt x="659" y="1202"/>
                    </a:lnTo>
                    <a:cubicBezTo>
                      <a:pt x="659" y="1223"/>
                      <a:pt x="673" y="1243"/>
                      <a:pt x="692" y="1243"/>
                    </a:cubicBezTo>
                    <a:cubicBezTo>
                      <a:pt x="699" y="1243"/>
                      <a:pt x="708" y="1239"/>
                      <a:pt x="716" y="1231"/>
                    </a:cubicBezTo>
                    <a:cubicBezTo>
                      <a:pt x="745" y="1231"/>
                      <a:pt x="773" y="1174"/>
                      <a:pt x="745" y="1145"/>
                    </a:cubicBezTo>
                    <a:lnTo>
                      <a:pt x="115" y="29"/>
                    </a:lnTo>
                    <a:cubicBezTo>
                      <a:pt x="86" y="0"/>
                      <a:pt x="58" y="0"/>
                      <a:pt x="29" y="0"/>
                    </a:cubicBezTo>
                    <a:close/>
                    <a:moveTo>
                      <a:pt x="1285" y="2221"/>
                    </a:moveTo>
                    <a:cubicBezTo>
                      <a:pt x="1277" y="2221"/>
                      <a:pt x="1268" y="2224"/>
                      <a:pt x="1260" y="2233"/>
                    </a:cubicBezTo>
                    <a:cubicBezTo>
                      <a:pt x="1231" y="2261"/>
                      <a:pt x="1231" y="2290"/>
                      <a:pt x="1231" y="2318"/>
                    </a:cubicBezTo>
                    <a:lnTo>
                      <a:pt x="1861" y="3435"/>
                    </a:lnTo>
                    <a:cubicBezTo>
                      <a:pt x="1861" y="3449"/>
                      <a:pt x="1868" y="3456"/>
                      <a:pt x="1879" y="3456"/>
                    </a:cubicBezTo>
                    <a:cubicBezTo>
                      <a:pt x="1889" y="3456"/>
                      <a:pt x="1904" y="3449"/>
                      <a:pt x="1918" y="3435"/>
                    </a:cubicBezTo>
                    <a:cubicBezTo>
                      <a:pt x="1947" y="3435"/>
                      <a:pt x="1975" y="3377"/>
                      <a:pt x="1947" y="3377"/>
                    </a:cubicBezTo>
                    <a:lnTo>
                      <a:pt x="1346" y="2261"/>
                    </a:lnTo>
                    <a:cubicBezTo>
                      <a:pt x="1325" y="2241"/>
                      <a:pt x="1305" y="2221"/>
                      <a:pt x="1285" y="2221"/>
                    </a:cubicBezTo>
                    <a:close/>
                    <a:moveTo>
                      <a:pt x="2530" y="4443"/>
                    </a:moveTo>
                    <a:cubicBezTo>
                      <a:pt x="2519" y="4443"/>
                      <a:pt x="2505" y="4451"/>
                      <a:pt x="2490" y="4465"/>
                    </a:cubicBezTo>
                    <a:cubicBezTo>
                      <a:pt x="2462" y="4465"/>
                      <a:pt x="2462" y="4493"/>
                      <a:pt x="2462" y="4522"/>
                    </a:cubicBezTo>
                    <a:lnTo>
                      <a:pt x="3063" y="5638"/>
                    </a:lnTo>
                    <a:cubicBezTo>
                      <a:pt x="3091" y="5667"/>
                      <a:pt x="3120" y="5667"/>
                      <a:pt x="3149" y="5667"/>
                    </a:cubicBezTo>
                    <a:cubicBezTo>
                      <a:pt x="3177" y="5638"/>
                      <a:pt x="3206" y="5610"/>
                      <a:pt x="3177" y="5581"/>
                    </a:cubicBezTo>
                    <a:lnTo>
                      <a:pt x="2548" y="4465"/>
                    </a:lnTo>
                    <a:cubicBezTo>
                      <a:pt x="2548" y="4451"/>
                      <a:pt x="2540" y="4443"/>
                      <a:pt x="2530" y="44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9" name="Google Shape;2733;p89"/>
              <p:cNvSpPr/>
              <p:nvPr/>
            </p:nvSpPr>
            <p:spPr>
              <a:xfrm>
                <a:off x="1802160" y="2186640"/>
                <a:ext cx="34560" cy="54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487" h="757">
                    <a:moveTo>
                      <a:pt x="54" y="0"/>
                    </a:moveTo>
                    <a:cubicBezTo>
                      <a:pt x="45" y="0"/>
                      <a:pt x="37" y="4"/>
                      <a:pt x="29" y="12"/>
                    </a:cubicBezTo>
                    <a:cubicBezTo>
                      <a:pt x="0" y="12"/>
                      <a:pt x="0" y="69"/>
                      <a:pt x="0" y="98"/>
                    </a:cubicBezTo>
                    <a:lnTo>
                      <a:pt x="372" y="728"/>
                    </a:lnTo>
                    <a:cubicBezTo>
                      <a:pt x="372" y="756"/>
                      <a:pt x="401" y="756"/>
                      <a:pt x="458" y="756"/>
                    </a:cubicBezTo>
                    <a:cubicBezTo>
                      <a:pt x="458" y="728"/>
                      <a:pt x="487" y="699"/>
                      <a:pt x="458" y="670"/>
                    </a:cubicBezTo>
                    <a:lnTo>
                      <a:pt x="115" y="41"/>
                    </a:lnTo>
                    <a:cubicBezTo>
                      <a:pt x="94" y="21"/>
                      <a:pt x="74" y="0"/>
                      <a:pt x="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000" bIns="27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0" name="Google Shape;2734;p89"/>
              <p:cNvSpPr/>
              <p:nvPr/>
            </p:nvSpPr>
            <p:spPr>
              <a:xfrm>
                <a:off x="1973160" y="2787840"/>
                <a:ext cx="140760" cy="111240"/>
              </a:xfrm>
              <a:custGeom>
                <a:avLst/>
                <a:gdLst>
                  <a:gd name="textAreaLeft" fmla="*/ 0 w 140760"/>
                  <a:gd name="textAreaRight" fmla="*/ 141120 w 14076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968" h="1557">
                    <a:moveTo>
                      <a:pt x="960" y="1"/>
                    </a:moveTo>
                    <a:cubicBezTo>
                      <a:pt x="392" y="1"/>
                      <a:pt x="1" y="621"/>
                      <a:pt x="279" y="1151"/>
                    </a:cubicBezTo>
                    <a:cubicBezTo>
                      <a:pt x="417" y="1409"/>
                      <a:pt x="693" y="1557"/>
                      <a:pt x="983" y="1557"/>
                    </a:cubicBezTo>
                    <a:cubicBezTo>
                      <a:pt x="1112" y="1557"/>
                      <a:pt x="1243" y="1528"/>
                      <a:pt x="1366" y="1466"/>
                    </a:cubicBezTo>
                    <a:cubicBezTo>
                      <a:pt x="1967" y="1123"/>
                      <a:pt x="1853" y="207"/>
                      <a:pt x="1194" y="35"/>
                    </a:cubicBezTo>
                    <a:cubicBezTo>
                      <a:pt x="1114" y="12"/>
                      <a:pt x="1036" y="1"/>
                      <a:pt x="9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800" bIns="55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1" name="Google Shape;2735;p89"/>
              <p:cNvSpPr/>
              <p:nvPr/>
            </p:nvSpPr>
            <p:spPr>
              <a:xfrm>
                <a:off x="1984680" y="2797560"/>
                <a:ext cx="110160" cy="9144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541" h="1280">
                    <a:moveTo>
                      <a:pt x="807" y="0"/>
                    </a:moveTo>
                    <a:cubicBezTo>
                      <a:pt x="710" y="0"/>
                      <a:pt x="611" y="23"/>
                      <a:pt x="515" y="74"/>
                    </a:cubicBezTo>
                    <a:cubicBezTo>
                      <a:pt x="0" y="331"/>
                      <a:pt x="86" y="1076"/>
                      <a:pt x="630" y="1247"/>
                    </a:cubicBezTo>
                    <a:cubicBezTo>
                      <a:pt x="690" y="1269"/>
                      <a:pt x="753" y="1280"/>
                      <a:pt x="815" y="1280"/>
                    </a:cubicBezTo>
                    <a:cubicBezTo>
                      <a:pt x="1077" y="1280"/>
                      <a:pt x="1333" y="1096"/>
                      <a:pt x="1403" y="818"/>
                    </a:cubicBezTo>
                    <a:cubicBezTo>
                      <a:pt x="1540" y="381"/>
                      <a:pt x="1199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2" name="Google Shape;2736;p89"/>
              <p:cNvSpPr/>
              <p:nvPr/>
            </p:nvSpPr>
            <p:spPr>
              <a:xfrm>
                <a:off x="2015640" y="2817000"/>
                <a:ext cx="55080" cy="529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2920"/>
                  <a:gd name="textAreaBottom" fmla="*/ 53280 h 52920"/>
                </a:gdLst>
                <a:ahLst/>
                <a:cxnLst/>
                <a:rect l="textAreaLeft" t="textAreaTop" r="textAreaRight" b="textAreaBottom"/>
                <a:pathLst>
                  <a:path w="774" h="745">
                    <a:moveTo>
                      <a:pt x="115" y="0"/>
                    </a:moveTo>
                    <a:lnTo>
                      <a:pt x="0" y="143"/>
                    </a:lnTo>
                    <a:lnTo>
                      <a:pt x="630" y="744"/>
                    </a:lnTo>
                    <a:lnTo>
                      <a:pt x="773" y="601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640" bIns="26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3" name="Google Shape;2737;p89"/>
              <p:cNvSpPr/>
              <p:nvPr/>
            </p:nvSpPr>
            <p:spPr>
              <a:xfrm>
                <a:off x="1902600" y="2649240"/>
                <a:ext cx="132120" cy="112320"/>
              </a:xfrm>
              <a:custGeom>
                <a:avLst/>
                <a:gdLst>
                  <a:gd name="textAreaLeft" fmla="*/ 0 w 132120"/>
                  <a:gd name="textAreaRight" fmla="*/ 132480 w 13212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47" h="1570">
                    <a:moveTo>
                      <a:pt x="871" y="0"/>
                    </a:moveTo>
                    <a:cubicBezTo>
                      <a:pt x="563" y="0"/>
                      <a:pt x="262" y="173"/>
                      <a:pt x="144" y="513"/>
                    </a:cubicBezTo>
                    <a:cubicBezTo>
                      <a:pt x="0" y="913"/>
                      <a:pt x="201" y="1371"/>
                      <a:pt x="630" y="1514"/>
                    </a:cubicBezTo>
                    <a:cubicBezTo>
                      <a:pt x="727" y="1552"/>
                      <a:pt x="824" y="1570"/>
                      <a:pt x="916" y="1570"/>
                    </a:cubicBezTo>
                    <a:cubicBezTo>
                      <a:pt x="1447" y="1570"/>
                      <a:pt x="1847" y="992"/>
                      <a:pt x="1603" y="455"/>
                    </a:cubicBezTo>
                    <a:cubicBezTo>
                      <a:pt x="1451" y="151"/>
                      <a:pt x="1158" y="0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160" bIns="56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4" name="Google Shape;2738;p89"/>
              <p:cNvSpPr/>
              <p:nvPr/>
            </p:nvSpPr>
            <p:spPr>
              <a:xfrm>
                <a:off x="1909080" y="2660400"/>
                <a:ext cx="112320" cy="9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570" h="1272">
                    <a:moveTo>
                      <a:pt x="774" y="0"/>
                    </a:moveTo>
                    <a:cubicBezTo>
                      <a:pt x="348" y="0"/>
                      <a:pt x="0" y="461"/>
                      <a:pt x="196" y="901"/>
                    </a:cubicBezTo>
                    <a:cubicBezTo>
                      <a:pt x="301" y="1133"/>
                      <a:pt x="530" y="1272"/>
                      <a:pt x="781" y="1272"/>
                    </a:cubicBezTo>
                    <a:cubicBezTo>
                      <a:pt x="871" y="1272"/>
                      <a:pt x="964" y="1254"/>
                      <a:pt x="1054" y="1216"/>
                    </a:cubicBezTo>
                    <a:cubicBezTo>
                      <a:pt x="1569" y="987"/>
                      <a:pt x="1541" y="243"/>
                      <a:pt x="997" y="43"/>
                    </a:cubicBezTo>
                    <a:cubicBezTo>
                      <a:pt x="922" y="14"/>
                      <a:pt x="847" y="0"/>
                      <a:pt x="7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360" bIns="45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5" name="Google Shape;2739;p89"/>
              <p:cNvSpPr/>
              <p:nvPr/>
            </p:nvSpPr>
            <p:spPr>
              <a:xfrm>
                <a:off x="1955880" y="2674440"/>
                <a:ext cx="14040" cy="6120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201" h="860">
                    <a:moveTo>
                      <a:pt x="1" y="1"/>
                    </a:moveTo>
                    <a:lnTo>
                      <a:pt x="1" y="859"/>
                    </a:lnTo>
                    <a:lnTo>
                      <a:pt x="201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6" name="Google Shape;2740;p89"/>
              <p:cNvSpPr/>
              <p:nvPr/>
            </p:nvSpPr>
            <p:spPr>
              <a:xfrm>
                <a:off x="1828800" y="2511360"/>
                <a:ext cx="124920" cy="1116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11600"/>
                  <a:gd name="textAreaBottom" fmla="*/ 111960 h 111600"/>
                </a:gdLst>
                <a:ahLst/>
                <a:cxnLst/>
                <a:rect l="textAreaLeft" t="textAreaTop" r="textAreaRight" b="textAreaBottom"/>
                <a:pathLst>
                  <a:path w="1746" h="1564">
                    <a:moveTo>
                      <a:pt x="888" y="1"/>
                    </a:moveTo>
                    <a:cubicBezTo>
                      <a:pt x="556" y="1"/>
                      <a:pt x="231" y="199"/>
                      <a:pt x="115" y="548"/>
                    </a:cubicBezTo>
                    <a:cubicBezTo>
                      <a:pt x="0" y="948"/>
                      <a:pt x="229" y="1406"/>
                      <a:pt x="630" y="1521"/>
                    </a:cubicBezTo>
                    <a:cubicBezTo>
                      <a:pt x="711" y="1550"/>
                      <a:pt x="795" y="1564"/>
                      <a:pt x="878" y="1564"/>
                    </a:cubicBezTo>
                    <a:cubicBezTo>
                      <a:pt x="1203" y="1564"/>
                      <a:pt x="1512" y="1353"/>
                      <a:pt x="1603" y="1034"/>
                    </a:cubicBezTo>
                    <a:cubicBezTo>
                      <a:pt x="1746" y="605"/>
                      <a:pt x="1517" y="176"/>
                      <a:pt x="1116" y="33"/>
                    </a:cubicBezTo>
                    <a:cubicBezTo>
                      <a:pt x="1042" y="11"/>
                      <a:pt x="965" y="1"/>
                      <a:pt x="8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800" bIns="55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7" name="Google Shape;2741;p89"/>
              <p:cNvSpPr/>
              <p:nvPr/>
            </p:nvSpPr>
            <p:spPr>
              <a:xfrm>
                <a:off x="1837440" y="2520720"/>
                <a:ext cx="104040" cy="9180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457" h="1286">
                    <a:moveTo>
                      <a:pt x="746" y="0"/>
                    </a:moveTo>
                    <a:cubicBezTo>
                      <a:pt x="350" y="0"/>
                      <a:pt x="1" y="403"/>
                      <a:pt x="140" y="844"/>
                    </a:cubicBezTo>
                    <a:cubicBezTo>
                      <a:pt x="231" y="1134"/>
                      <a:pt x="478" y="1286"/>
                      <a:pt x="731" y="1286"/>
                    </a:cubicBezTo>
                    <a:cubicBezTo>
                      <a:pt x="953" y="1286"/>
                      <a:pt x="1180" y="1170"/>
                      <a:pt x="1313" y="930"/>
                    </a:cubicBezTo>
                    <a:cubicBezTo>
                      <a:pt x="1456" y="615"/>
                      <a:pt x="1342" y="243"/>
                      <a:pt x="1027" y="71"/>
                    </a:cubicBezTo>
                    <a:cubicBezTo>
                      <a:pt x="935" y="22"/>
                      <a:pt x="839" y="0"/>
                      <a:pt x="7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080" bIns="46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8" name="Google Shape;2742;p89"/>
              <p:cNvSpPr/>
              <p:nvPr/>
            </p:nvSpPr>
            <p:spPr>
              <a:xfrm>
                <a:off x="1861560" y="2542320"/>
                <a:ext cx="57240" cy="4896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802" h="688">
                    <a:moveTo>
                      <a:pt x="687" y="0"/>
                    </a:moveTo>
                    <a:lnTo>
                      <a:pt x="0" y="544"/>
                    </a:lnTo>
                    <a:lnTo>
                      <a:pt x="115" y="687"/>
                    </a:lnTo>
                    <a:lnTo>
                      <a:pt x="801" y="172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9" name="Google Shape;2743;p89"/>
              <p:cNvSpPr/>
              <p:nvPr/>
            </p:nvSpPr>
            <p:spPr>
              <a:xfrm>
                <a:off x="1754640" y="2373480"/>
                <a:ext cx="133200" cy="112320"/>
              </a:xfrm>
              <a:custGeom>
                <a:avLst/>
                <a:gdLst>
                  <a:gd name="textAreaLeft" fmla="*/ 0 w 133200"/>
                  <a:gd name="textAreaRight" fmla="*/ 133560 w 13320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866" h="1571">
                    <a:moveTo>
                      <a:pt x="798" y="0"/>
                    </a:moveTo>
                    <a:cubicBezTo>
                      <a:pt x="410" y="0"/>
                      <a:pt x="89" y="324"/>
                      <a:pt x="62" y="722"/>
                    </a:cubicBezTo>
                    <a:cubicBezTo>
                      <a:pt x="1" y="1211"/>
                      <a:pt x="405" y="1570"/>
                      <a:pt x="828" y="1570"/>
                    </a:cubicBezTo>
                    <a:cubicBezTo>
                      <a:pt x="999" y="1570"/>
                      <a:pt x="1173" y="1512"/>
                      <a:pt x="1321" y="1380"/>
                    </a:cubicBezTo>
                    <a:cubicBezTo>
                      <a:pt x="1865" y="922"/>
                      <a:pt x="1579" y="64"/>
                      <a:pt x="892" y="6"/>
                    </a:cubicBezTo>
                    <a:cubicBezTo>
                      <a:pt x="860" y="2"/>
                      <a:pt x="829" y="0"/>
                      <a:pt x="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160" bIns="56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0" name="Google Shape;2744;p89"/>
              <p:cNvSpPr/>
              <p:nvPr/>
            </p:nvSpPr>
            <p:spPr>
              <a:xfrm>
                <a:off x="1763280" y="2383920"/>
                <a:ext cx="99000" cy="90720"/>
              </a:xfrm>
              <a:custGeom>
                <a:avLst/>
                <a:gdLst>
                  <a:gd name="textAreaLeft" fmla="*/ 0 w 99000"/>
                  <a:gd name="textAreaRight" fmla="*/ 99360 w 9900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1387" h="1269">
                    <a:moveTo>
                      <a:pt x="709" y="1"/>
                    </a:moveTo>
                    <a:cubicBezTo>
                      <a:pt x="574" y="1"/>
                      <a:pt x="435" y="46"/>
                      <a:pt x="315" y="151"/>
                    </a:cubicBezTo>
                    <a:cubicBezTo>
                      <a:pt x="29" y="351"/>
                      <a:pt x="0" y="752"/>
                      <a:pt x="229" y="1038"/>
                    </a:cubicBezTo>
                    <a:cubicBezTo>
                      <a:pt x="356" y="1196"/>
                      <a:pt x="533" y="1269"/>
                      <a:pt x="709" y="1269"/>
                    </a:cubicBezTo>
                    <a:cubicBezTo>
                      <a:pt x="1011" y="1269"/>
                      <a:pt x="1309" y="1056"/>
                      <a:pt x="1345" y="694"/>
                    </a:cubicBezTo>
                    <a:cubicBezTo>
                      <a:pt x="1387" y="303"/>
                      <a:pt x="1057" y="1"/>
                      <a:pt x="7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360" bIns="45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1" name="Google Shape;2745;p89"/>
              <p:cNvSpPr/>
              <p:nvPr/>
            </p:nvSpPr>
            <p:spPr>
              <a:xfrm>
                <a:off x="1781640" y="24152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9" h="402">
                    <a:moveTo>
                      <a:pt x="831" y="1"/>
                    </a:moveTo>
                    <a:lnTo>
                      <a:pt x="1" y="201"/>
                    </a:lnTo>
                    <a:lnTo>
                      <a:pt x="58" y="402"/>
                    </a:lnTo>
                    <a:lnTo>
                      <a:pt x="888" y="201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2" name="Google Shape;2746;p89"/>
              <p:cNvSpPr/>
              <p:nvPr/>
            </p:nvSpPr>
            <p:spPr>
              <a:xfrm>
                <a:off x="1681200" y="2234520"/>
                <a:ext cx="112680" cy="11268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575" h="1575">
                    <a:moveTo>
                      <a:pt x="802" y="0"/>
                    </a:moveTo>
                    <a:cubicBezTo>
                      <a:pt x="373" y="0"/>
                      <a:pt x="1" y="372"/>
                      <a:pt x="1" y="802"/>
                    </a:cubicBezTo>
                    <a:cubicBezTo>
                      <a:pt x="1" y="1231"/>
                      <a:pt x="373" y="1574"/>
                      <a:pt x="802" y="1574"/>
                    </a:cubicBezTo>
                    <a:cubicBezTo>
                      <a:pt x="1231" y="1574"/>
                      <a:pt x="1575" y="1231"/>
                      <a:pt x="1575" y="802"/>
                    </a:cubicBezTo>
                    <a:cubicBezTo>
                      <a:pt x="1575" y="372"/>
                      <a:pt x="1231" y="0"/>
                      <a:pt x="8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3" name="Google Shape;2747;p89"/>
              <p:cNvSpPr/>
              <p:nvPr/>
            </p:nvSpPr>
            <p:spPr>
              <a:xfrm>
                <a:off x="1677240" y="2246400"/>
                <a:ext cx="109440" cy="9000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1530" h="1262">
                    <a:moveTo>
                      <a:pt x="876" y="0"/>
                    </a:moveTo>
                    <a:cubicBezTo>
                      <a:pt x="843" y="0"/>
                      <a:pt x="808" y="3"/>
                      <a:pt x="773" y="8"/>
                    </a:cubicBezTo>
                    <a:cubicBezTo>
                      <a:pt x="229" y="37"/>
                      <a:pt x="0" y="752"/>
                      <a:pt x="458" y="1124"/>
                    </a:cubicBezTo>
                    <a:cubicBezTo>
                      <a:pt x="576" y="1219"/>
                      <a:pt x="712" y="1261"/>
                      <a:pt x="845" y="1261"/>
                    </a:cubicBezTo>
                    <a:cubicBezTo>
                      <a:pt x="1196" y="1261"/>
                      <a:pt x="1530" y="967"/>
                      <a:pt x="1489" y="552"/>
                    </a:cubicBezTo>
                    <a:cubicBezTo>
                      <a:pt x="1463" y="241"/>
                      <a:pt x="1202" y="0"/>
                      <a:pt x="8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4" name="Google Shape;2748;p89"/>
              <p:cNvSpPr/>
              <p:nvPr/>
            </p:nvSpPr>
            <p:spPr>
              <a:xfrm>
                <a:off x="1720080" y="2261160"/>
                <a:ext cx="34560" cy="6336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63360"/>
                  <a:gd name="textAreaBottom" fmla="*/ 63720 h 63360"/>
                </a:gdLst>
                <a:ahLst/>
                <a:cxnLst/>
                <a:rect l="textAreaLeft" t="textAreaTop" r="textAreaRight" b="textAreaBottom"/>
                <a:pathLst>
                  <a:path w="487" h="888">
                    <a:moveTo>
                      <a:pt x="287" y="0"/>
                    </a:moveTo>
                    <a:lnTo>
                      <a:pt x="0" y="802"/>
                    </a:lnTo>
                    <a:lnTo>
                      <a:pt x="201" y="888"/>
                    </a:lnTo>
                    <a:lnTo>
                      <a:pt x="487" y="58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680" bIns="31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5" name="Google Shape;2749;p89"/>
              <p:cNvSpPr/>
              <p:nvPr/>
            </p:nvSpPr>
            <p:spPr>
              <a:xfrm>
                <a:off x="1863720" y="2129760"/>
                <a:ext cx="128160" cy="112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1794" h="1570">
                    <a:moveTo>
                      <a:pt x="872" y="1"/>
                    </a:moveTo>
                    <a:cubicBezTo>
                      <a:pt x="754" y="1"/>
                      <a:pt x="633" y="28"/>
                      <a:pt x="516" y="90"/>
                    </a:cubicBezTo>
                    <a:cubicBezTo>
                      <a:pt x="115" y="319"/>
                      <a:pt x="1" y="805"/>
                      <a:pt x="201" y="1177"/>
                    </a:cubicBezTo>
                    <a:cubicBezTo>
                      <a:pt x="353" y="1444"/>
                      <a:pt x="618" y="1570"/>
                      <a:pt x="881" y="1570"/>
                    </a:cubicBezTo>
                    <a:cubicBezTo>
                      <a:pt x="1211" y="1570"/>
                      <a:pt x="1536" y="1372"/>
                      <a:pt x="1632" y="1005"/>
                    </a:cubicBezTo>
                    <a:cubicBezTo>
                      <a:pt x="1793" y="475"/>
                      <a:pt x="1360" y="1"/>
                      <a:pt x="8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160" bIns="56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6" name="Google Shape;2750;p89"/>
              <p:cNvSpPr/>
              <p:nvPr/>
            </p:nvSpPr>
            <p:spPr>
              <a:xfrm>
                <a:off x="1875960" y="2141280"/>
                <a:ext cx="104400" cy="91440"/>
              </a:xfrm>
              <a:custGeom>
                <a:avLst/>
                <a:gdLst>
                  <a:gd name="textAreaLeft" fmla="*/ 0 w 104400"/>
                  <a:gd name="textAreaRight" fmla="*/ 104760 w 1044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460" h="1280">
                    <a:moveTo>
                      <a:pt x="718" y="0"/>
                    </a:moveTo>
                    <a:cubicBezTo>
                      <a:pt x="487" y="0"/>
                      <a:pt x="265" y="137"/>
                      <a:pt x="143" y="360"/>
                    </a:cubicBezTo>
                    <a:cubicBezTo>
                      <a:pt x="0" y="675"/>
                      <a:pt x="115" y="1047"/>
                      <a:pt x="430" y="1219"/>
                    </a:cubicBezTo>
                    <a:cubicBezTo>
                      <a:pt x="520" y="1260"/>
                      <a:pt x="617" y="1279"/>
                      <a:pt x="714" y="1279"/>
                    </a:cubicBezTo>
                    <a:cubicBezTo>
                      <a:pt x="953" y="1279"/>
                      <a:pt x="1186" y="1157"/>
                      <a:pt x="1288" y="932"/>
                    </a:cubicBezTo>
                    <a:cubicBezTo>
                      <a:pt x="1460" y="618"/>
                      <a:pt x="1317" y="217"/>
                      <a:pt x="1002" y="74"/>
                    </a:cubicBezTo>
                    <a:cubicBezTo>
                      <a:pt x="910" y="24"/>
                      <a:pt x="81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7" name="Google Shape;2751;p89"/>
              <p:cNvSpPr/>
              <p:nvPr/>
            </p:nvSpPr>
            <p:spPr>
              <a:xfrm>
                <a:off x="1939680" y="2268720"/>
                <a:ext cx="126720" cy="1119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1960"/>
                  <a:gd name="textAreaBottom" fmla="*/ 112320 h 111960"/>
                </a:gdLst>
                <a:ahLst/>
                <a:cxnLst/>
                <a:rect l="textAreaLeft" t="textAreaTop" r="textAreaRight" b="textAreaBottom"/>
                <a:pathLst>
                  <a:path w="1775" h="1565">
                    <a:moveTo>
                      <a:pt x="893" y="1"/>
                    </a:moveTo>
                    <a:cubicBezTo>
                      <a:pt x="786" y="1"/>
                      <a:pt x="678" y="22"/>
                      <a:pt x="573" y="67"/>
                    </a:cubicBezTo>
                    <a:cubicBezTo>
                      <a:pt x="172" y="239"/>
                      <a:pt x="1" y="697"/>
                      <a:pt x="172" y="1097"/>
                    </a:cubicBezTo>
                    <a:cubicBezTo>
                      <a:pt x="299" y="1393"/>
                      <a:pt x="582" y="1564"/>
                      <a:pt x="883" y="1564"/>
                    </a:cubicBezTo>
                    <a:cubicBezTo>
                      <a:pt x="989" y="1564"/>
                      <a:pt x="1098" y="1543"/>
                      <a:pt x="1203" y="1498"/>
                    </a:cubicBezTo>
                    <a:cubicBezTo>
                      <a:pt x="1603" y="1326"/>
                      <a:pt x="1775" y="868"/>
                      <a:pt x="1603" y="468"/>
                    </a:cubicBezTo>
                    <a:cubicBezTo>
                      <a:pt x="1476" y="172"/>
                      <a:pt x="1193" y="1"/>
                      <a:pt x="8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160" bIns="56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8" name="Google Shape;2752;p89"/>
              <p:cNvSpPr/>
              <p:nvPr/>
            </p:nvSpPr>
            <p:spPr>
              <a:xfrm>
                <a:off x="1951920" y="2279160"/>
                <a:ext cx="102240" cy="9108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432" h="1277">
                    <a:moveTo>
                      <a:pt x="732" y="0"/>
                    </a:moveTo>
                    <a:cubicBezTo>
                      <a:pt x="611" y="0"/>
                      <a:pt x="486" y="38"/>
                      <a:pt x="372" y="123"/>
                    </a:cubicBezTo>
                    <a:cubicBezTo>
                      <a:pt x="86" y="295"/>
                      <a:pt x="0" y="696"/>
                      <a:pt x="201" y="982"/>
                    </a:cubicBezTo>
                    <a:cubicBezTo>
                      <a:pt x="331" y="1183"/>
                      <a:pt x="530" y="1277"/>
                      <a:pt x="726" y="1277"/>
                    </a:cubicBezTo>
                    <a:cubicBezTo>
                      <a:pt x="1004" y="1277"/>
                      <a:pt x="1278" y="1089"/>
                      <a:pt x="1345" y="753"/>
                    </a:cubicBezTo>
                    <a:cubicBezTo>
                      <a:pt x="1431" y="344"/>
                      <a:pt x="1097" y="0"/>
                      <a:pt x="7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9" name="Google Shape;2753;p89"/>
              <p:cNvSpPr/>
              <p:nvPr/>
            </p:nvSpPr>
            <p:spPr>
              <a:xfrm>
                <a:off x="1974600" y="2302200"/>
                <a:ext cx="59040" cy="450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831" h="631">
                    <a:moveTo>
                      <a:pt x="86" y="1"/>
                    </a:moveTo>
                    <a:lnTo>
                      <a:pt x="0" y="173"/>
                    </a:lnTo>
                    <a:lnTo>
                      <a:pt x="716" y="630"/>
                    </a:lnTo>
                    <a:lnTo>
                      <a:pt x="830" y="459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2680" bIns="22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0" name="Google Shape;2754;p89"/>
              <p:cNvSpPr/>
              <p:nvPr/>
            </p:nvSpPr>
            <p:spPr>
              <a:xfrm>
                <a:off x="2005200" y="2406960"/>
                <a:ext cx="148320" cy="11268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2075" h="1578">
                    <a:moveTo>
                      <a:pt x="1052" y="1"/>
                    </a:moveTo>
                    <a:cubicBezTo>
                      <a:pt x="874" y="1"/>
                      <a:pt x="695" y="59"/>
                      <a:pt x="544" y="172"/>
                    </a:cubicBezTo>
                    <a:cubicBezTo>
                      <a:pt x="0" y="601"/>
                      <a:pt x="258" y="1489"/>
                      <a:pt x="945" y="1574"/>
                    </a:cubicBezTo>
                    <a:cubicBezTo>
                      <a:pt x="969" y="1576"/>
                      <a:pt x="993" y="1577"/>
                      <a:pt x="1017" y="1577"/>
                    </a:cubicBezTo>
                    <a:cubicBezTo>
                      <a:pt x="1689" y="1577"/>
                      <a:pt x="2075" y="812"/>
                      <a:pt x="1660" y="287"/>
                    </a:cubicBezTo>
                    <a:cubicBezTo>
                      <a:pt x="1500" y="94"/>
                      <a:pt x="1277" y="1"/>
                      <a:pt x="1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1" name="Google Shape;2755;p89"/>
              <p:cNvSpPr/>
              <p:nvPr/>
            </p:nvSpPr>
            <p:spPr>
              <a:xfrm>
                <a:off x="2018520" y="2416680"/>
                <a:ext cx="107280" cy="91800"/>
              </a:xfrm>
              <a:custGeom>
                <a:avLst/>
                <a:gdLst>
                  <a:gd name="textAreaLeft" fmla="*/ 0 w 107280"/>
                  <a:gd name="textAreaRight" fmla="*/ 107640 w 10728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502" h="1286">
                    <a:moveTo>
                      <a:pt x="832" y="1"/>
                    </a:moveTo>
                    <a:cubicBezTo>
                      <a:pt x="302" y="1"/>
                      <a:pt x="0" y="624"/>
                      <a:pt x="357" y="1063"/>
                    </a:cubicBezTo>
                    <a:cubicBezTo>
                      <a:pt x="490" y="1216"/>
                      <a:pt x="666" y="1286"/>
                      <a:pt x="839" y="1286"/>
                    </a:cubicBezTo>
                    <a:cubicBezTo>
                      <a:pt x="1152" y="1286"/>
                      <a:pt x="1455" y="1060"/>
                      <a:pt x="1473" y="691"/>
                    </a:cubicBezTo>
                    <a:cubicBezTo>
                      <a:pt x="1502" y="348"/>
                      <a:pt x="1244" y="33"/>
                      <a:pt x="901" y="4"/>
                    </a:cubicBezTo>
                    <a:cubicBezTo>
                      <a:pt x="877" y="2"/>
                      <a:pt x="854" y="1"/>
                      <a:pt x="8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080" bIns="46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2" name="Google Shape;2756;p89"/>
              <p:cNvSpPr/>
              <p:nvPr/>
            </p:nvSpPr>
            <p:spPr>
              <a:xfrm>
                <a:off x="2048400" y="2445840"/>
                <a:ext cx="63360" cy="3456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888" h="487">
                    <a:moveTo>
                      <a:pt x="830" y="0"/>
                    </a:moveTo>
                    <a:lnTo>
                      <a:pt x="0" y="286"/>
                    </a:lnTo>
                    <a:lnTo>
                      <a:pt x="86" y="487"/>
                    </a:lnTo>
                    <a:lnTo>
                      <a:pt x="888" y="172"/>
                    </a:ln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280" bIns="17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3" name="Google Shape;2757;p89"/>
              <p:cNvSpPr/>
              <p:nvPr/>
            </p:nvSpPr>
            <p:spPr>
              <a:xfrm>
                <a:off x="2091240" y="2544120"/>
                <a:ext cx="126720" cy="1126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12680"/>
                  <a:gd name="textAreaBottom" fmla="*/ 113040 h 112680"/>
                </a:gdLst>
                <a:ahLst/>
                <a:cxnLst/>
                <a:rect l="textAreaLeft" t="textAreaTop" r="textAreaRight" b="textAreaBottom"/>
                <a:pathLst>
                  <a:path w="1775" h="1575">
                    <a:moveTo>
                      <a:pt x="875" y="0"/>
                    </a:moveTo>
                    <a:cubicBezTo>
                      <a:pt x="612" y="0"/>
                      <a:pt x="360" y="134"/>
                      <a:pt x="229" y="376"/>
                    </a:cubicBezTo>
                    <a:cubicBezTo>
                      <a:pt x="0" y="748"/>
                      <a:pt x="115" y="1234"/>
                      <a:pt x="487" y="1463"/>
                    </a:cubicBezTo>
                    <a:cubicBezTo>
                      <a:pt x="611" y="1540"/>
                      <a:pt x="748" y="1575"/>
                      <a:pt x="882" y="1575"/>
                    </a:cubicBezTo>
                    <a:cubicBezTo>
                      <a:pt x="1152" y="1575"/>
                      <a:pt x="1412" y="1435"/>
                      <a:pt x="1546" y="1206"/>
                    </a:cubicBezTo>
                    <a:cubicBezTo>
                      <a:pt x="1775" y="834"/>
                      <a:pt x="1660" y="347"/>
                      <a:pt x="1288" y="118"/>
                    </a:cubicBezTo>
                    <a:cubicBezTo>
                      <a:pt x="1159" y="39"/>
                      <a:pt x="1015" y="0"/>
                      <a:pt x="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4" name="Google Shape;2758;p89"/>
              <p:cNvSpPr/>
              <p:nvPr/>
            </p:nvSpPr>
            <p:spPr>
              <a:xfrm>
                <a:off x="2102040" y="2555640"/>
                <a:ext cx="110160" cy="91080"/>
              </a:xfrm>
              <a:custGeom>
                <a:avLst/>
                <a:gdLst>
                  <a:gd name="textAreaLeft" fmla="*/ 0 w 110160"/>
                  <a:gd name="textAreaRight" fmla="*/ 110520 w 11016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542" h="1278">
                    <a:moveTo>
                      <a:pt x="736" y="1"/>
                    </a:moveTo>
                    <a:cubicBezTo>
                      <a:pt x="331" y="1"/>
                      <a:pt x="0" y="404"/>
                      <a:pt x="140" y="845"/>
                    </a:cubicBezTo>
                    <a:cubicBezTo>
                      <a:pt x="232" y="1098"/>
                      <a:pt x="492" y="1278"/>
                      <a:pt x="754" y="1278"/>
                    </a:cubicBezTo>
                    <a:cubicBezTo>
                      <a:pt x="817" y="1278"/>
                      <a:pt x="880" y="1267"/>
                      <a:pt x="941" y="1245"/>
                    </a:cubicBezTo>
                    <a:cubicBezTo>
                      <a:pt x="1485" y="1045"/>
                      <a:pt x="1542" y="329"/>
                      <a:pt x="1027" y="72"/>
                    </a:cubicBezTo>
                    <a:cubicBezTo>
                      <a:pt x="929" y="23"/>
                      <a:pt x="830" y="1"/>
                      <a:pt x="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5" name="Google Shape;2759;p89"/>
              <p:cNvSpPr/>
              <p:nvPr/>
            </p:nvSpPr>
            <p:spPr>
              <a:xfrm>
                <a:off x="2128320" y="2575080"/>
                <a:ext cx="55080" cy="51120"/>
              </a:xfrm>
              <a:custGeom>
                <a:avLst/>
                <a:gdLst>
                  <a:gd name="textAreaLeft" fmla="*/ 0 w 55080"/>
                  <a:gd name="textAreaRight" fmla="*/ 55440 w 550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774" h="716">
                    <a:moveTo>
                      <a:pt x="630" y="0"/>
                    </a:moveTo>
                    <a:lnTo>
                      <a:pt x="1" y="573"/>
                    </a:lnTo>
                    <a:lnTo>
                      <a:pt x="144" y="716"/>
                    </a:lnTo>
                    <a:lnTo>
                      <a:pt x="773" y="115"/>
                    </a:lnTo>
                    <a:lnTo>
                      <a:pt x="63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560" bIns="25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2760;p89"/>
              <p:cNvSpPr/>
              <p:nvPr/>
            </p:nvSpPr>
            <p:spPr>
              <a:xfrm>
                <a:off x="2157120" y="2683440"/>
                <a:ext cx="133920" cy="111240"/>
              </a:xfrm>
              <a:custGeom>
                <a:avLst/>
                <a:gdLst>
                  <a:gd name="textAreaLeft" fmla="*/ 0 w 133920"/>
                  <a:gd name="textAreaRight" fmla="*/ 134280 w 133920"/>
                  <a:gd name="textAreaTop" fmla="*/ 0 h 111240"/>
                  <a:gd name="textAreaBottom" fmla="*/ 111600 h 111240"/>
                </a:gdLst>
                <a:ahLst/>
                <a:cxnLst/>
                <a:rect l="textAreaLeft" t="textAreaTop" r="textAreaRight" b="textAreaBottom"/>
                <a:pathLst>
                  <a:path w="1873" h="1559">
                    <a:moveTo>
                      <a:pt x="1074" y="0"/>
                    </a:moveTo>
                    <a:cubicBezTo>
                      <a:pt x="1041" y="0"/>
                      <a:pt x="1007" y="2"/>
                      <a:pt x="973" y="7"/>
                    </a:cubicBezTo>
                    <a:cubicBezTo>
                      <a:pt x="258" y="64"/>
                      <a:pt x="0" y="923"/>
                      <a:pt x="544" y="1381"/>
                    </a:cubicBezTo>
                    <a:cubicBezTo>
                      <a:pt x="691" y="1503"/>
                      <a:pt x="864" y="1558"/>
                      <a:pt x="1034" y="1558"/>
                    </a:cubicBezTo>
                    <a:cubicBezTo>
                      <a:pt x="1460" y="1558"/>
                      <a:pt x="1873" y="1213"/>
                      <a:pt x="1832" y="722"/>
                    </a:cubicBezTo>
                    <a:cubicBezTo>
                      <a:pt x="1779" y="301"/>
                      <a:pt x="1459" y="0"/>
                      <a:pt x="10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800" bIns="55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7" name="Google Shape;2761;p89"/>
              <p:cNvSpPr/>
              <p:nvPr/>
            </p:nvSpPr>
            <p:spPr>
              <a:xfrm>
                <a:off x="2164680" y="2692080"/>
                <a:ext cx="134280" cy="9396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880" h="1317">
                    <a:moveTo>
                      <a:pt x="938" y="1"/>
                    </a:moveTo>
                    <a:cubicBezTo>
                      <a:pt x="413" y="1"/>
                      <a:pt x="0" y="736"/>
                      <a:pt x="553" y="1174"/>
                    </a:cubicBezTo>
                    <a:cubicBezTo>
                      <a:pt x="681" y="1274"/>
                      <a:pt x="815" y="1317"/>
                      <a:pt x="942" y="1317"/>
                    </a:cubicBezTo>
                    <a:cubicBezTo>
                      <a:pt x="1467" y="1317"/>
                      <a:pt x="1879" y="582"/>
                      <a:pt x="1326" y="144"/>
                    </a:cubicBezTo>
                    <a:cubicBezTo>
                      <a:pt x="1198" y="43"/>
                      <a:pt x="1065" y="1"/>
                      <a:pt x="9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8" name="Google Shape;2762;p89"/>
              <p:cNvSpPr/>
              <p:nvPr/>
            </p:nvSpPr>
            <p:spPr>
              <a:xfrm>
                <a:off x="2199960" y="2724840"/>
                <a:ext cx="63360" cy="28440"/>
              </a:xfrm>
              <a:custGeom>
                <a:avLst/>
                <a:gdLst>
                  <a:gd name="textAreaLeft" fmla="*/ 0 w 63360"/>
                  <a:gd name="textAreaRight" fmla="*/ 63720 w 633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888" h="402">
                    <a:moveTo>
                      <a:pt x="29" y="0"/>
                    </a:moveTo>
                    <a:lnTo>
                      <a:pt x="0" y="201"/>
                    </a:lnTo>
                    <a:lnTo>
                      <a:pt x="830" y="401"/>
                    </a:lnTo>
                    <a:lnTo>
                      <a:pt x="887" y="20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9" name="Google Shape;2763;p89"/>
              <p:cNvSpPr/>
              <p:nvPr/>
            </p:nvSpPr>
            <p:spPr>
              <a:xfrm>
                <a:off x="2165040" y="284184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1" h="1">
                    <a:moveTo>
                      <a:pt x="1" y="1"/>
                    </a:moveTo>
                  </a:path>
                </a:pathLst>
              </a:custGeom>
              <a:solidFill>
                <a:srgbClr val="59909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" bIns="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0" name="Google Shape;2764;p89"/>
              <p:cNvSpPr/>
              <p:nvPr/>
            </p:nvSpPr>
            <p:spPr>
              <a:xfrm rot="15995400">
                <a:off x="896040" y="3058920"/>
                <a:ext cx="153360" cy="143280"/>
              </a:xfrm>
              <a:custGeom>
                <a:avLst/>
                <a:gdLst>
                  <a:gd name="textAreaLeft" fmla="*/ 0 w 153360"/>
                  <a:gd name="textAreaRight" fmla="*/ 153720 w 153360"/>
                  <a:gd name="textAreaTop" fmla="*/ 0 h 143280"/>
                  <a:gd name="textAreaBottom" fmla="*/ 143640 h 143280"/>
                </a:gdLst>
                <a:ahLst/>
                <a:cxnLst/>
                <a:rect l="textAreaLeft" t="textAreaTop" r="textAreaRight" b="textAreaBottom"/>
                <a:pathLst>
                  <a:path w="2147" h="2004">
                    <a:moveTo>
                      <a:pt x="487" y="0"/>
                    </a:moveTo>
                    <a:lnTo>
                      <a:pt x="0" y="544"/>
                    </a:lnTo>
                    <a:lnTo>
                      <a:pt x="1631" y="2004"/>
                    </a:lnTo>
                    <a:lnTo>
                      <a:pt x="2147" y="1431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1" name="Google Shape;2765;p89"/>
              <p:cNvSpPr/>
              <p:nvPr/>
            </p:nvSpPr>
            <p:spPr>
              <a:xfrm rot="15995400">
                <a:off x="941400" y="2871360"/>
                <a:ext cx="325800" cy="342360"/>
              </a:xfrm>
              <a:custGeom>
                <a:avLst/>
                <a:gdLst>
                  <a:gd name="textAreaLeft" fmla="*/ 0 w 325800"/>
                  <a:gd name="textAreaRight" fmla="*/ 326160 w 325800"/>
                  <a:gd name="textAreaTop" fmla="*/ 0 h 342360"/>
                  <a:gd name="textAreaBottom" fmla="*/ 342720 h 342360"/>
                </a:gdLst>
                <a:ahLst/>
                <a:cxnLst/>
                <a:rect l="textAreaLeft" t="textAreaTop" r="textAreaRight" b="textAreaBottom"/>
                <a:pathLst>
                  <a:path w="4551" h="4780">
                    <a:moveTo>
                      <a:pt x="2089" y="0"/>
                    </a:moveTo>
                    <a:lnTo>
                      <a:pt x="1946" y="258"/>
                    </a:lnTo>
                    <a:cubicBezTo>
                      <a:pt x="1689" y="659"/>
                      <a:pt x="1460" y="1088"/>
                      <a:pt x="1260" y="1517"/>
                    </a:cubicBezTo>
                    <a:cubicBezTo>
                      <a:pt x="1145" y="1775"/>
                      <a:pt x="1059" y="2061"/>
                      <a:pt x="1031" y="2319"/>
                    </a:cubicBezTo>
                    <a:cubicBezTo>
                      <a:pt x="973" y="2948"/>
                      <a:pt x="401" y="3807"/>
                      <a:pt x="86" y="4236"/>
                    </a:cubicBezTo>
                    <a:cubicBezTo>
                      <a:pt x="0" y="4379"/>
                      <a:pt x="29" y="4551"/>
                      <a:pt x="143" y="4665"/>
                    </a:cubicBezTo>
                    <a:cubicBezTo>
                      <a:pt x="201" y="4723"/>
                      <a:pt x="286" y="4751"/>
                      <a:pt x="344" y="4780"/>
                    </a:cubicBezTo>
                    <a:cubicBezTo>
                      <a:pt x="430" y="4780"/>
                      <a:pt x="515" y="4723"/>
                      <a:pt x="573" y="4665"/>
                    </a:cubicBezTo>
                    <a:cubicBezTo>
                      <a:pt x="945" y="4322"/>
                      <a:pt x="1746" y="3664"/>
                      <a:pt x="2376" y="3521"/>
                    </a:cubicBezTo>
                    <a:cubicBezTo>
                      <a:pt x="2633" y="3463"/>
                      <a:pt x="2891" y="3349"/>
                      <a:pt x="3120" y="3206"/>
                    </a:cubicBezTo>
                    <a:cubicBezTo>
                      <a:pt x="3549" y="2948"/>
                      <a:pt x="3921" y="2662"/>
                      <a:pt x="4322" y="2376"/>
                    </a:cubicBezTo>
                    <a:cubicBezTo>
                      <a:pt x="4465" y="2261"/>
                      <a:pt x="4551" y="2175"/>
                      <a:pt x="4551" y="2175"/>
                    </a:cubicBezTo>
                    <a:lnTo>
                      <a:pt x="208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2" name="Google Shape;2766;p89"/>
              <p:cNvSpPr/>
              <p:nvPr/>
            </p:nvSpPr>
            <p:spPr>
              <a:xfrm rot="15995400">
                <a:off x="943920" y="2904120"/>
                <a:ext cx="219240" cy="20880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3063" h="2920">
                    <a:moveTo>
                      <a:pt x="687" y="0"/>
                    </a:moveTo>
                    <a:cubicBezTo>
                      <a:pt x="430" y="401"/>
                      <a:pt x="201" y="830"/>
                      <a:pt x="1" y="1259"/>
                    </a:cubicBezTo>
                    <a:lnTo>
                      <a:pt x="1889" y="2919"/>
                    </a:lnTo>
                    <a:cubicBezTo>
                      <a:pt x="2290" y="2690"/>
                      <a:pt x="2691" y="2404"/>
                      <a:pt x="3063" y="2118"/>
                    </a:cubicBez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3" name="Google Shape;2767;p89"/>
              <p:cNvSpPr/>
              <p:nvPr/>
            </p:nvSpPr>
            <p:spPr>
              <a:xfrm rot="15995400">
                <a:off x="888840" y="2865960"/>
                <a:ext cx="233640" cy="214920"/>
              </a:xfrm>
              <a:custGeom>
                <a:avLst/>
                <a:gdLst>
                  <a:gd name="textAreaLeft" fmla="*/ 0 w 233640"/>
                  <a:gd name="textAreaRight" fmla="*/ 234000 w 23364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3264" h="3006">
                    <a:moveTo>
                      <a:pt x="401" y="0"/>
                    </a:moveTo>
                    <a:lnTo>
                      <a:pt x="1" y="458"/>
                    </a:lnTo>
                    <a:lnTo>
                      <a:pt x="2863" y="3005"/>
                    </a:lnTo>
                    <a:lnTo>
                      <a:pt x="3263" y="2547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4" name="Google Shape;2768;p89"/>
              <p:cNvSpPr/>
              <p:nvPr/>
            </p:nvSpPr>
            <p:spPr>
              <a:xfrm rot="15995400">
                <a:off x="865800" y="3134880"/>
                <a:ext cx="112680" cy="120600"/>
              </a:xfrm>
              <a:custGeom>
                <a:avLst/>
                <a:gdLst>
                  <a:gd name="textAreaLeft" fmla="*/ 0 w 112680"/>
                  <a:gd name="textAreaRight" fmla="*/ 113040 w 11268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1575" h="1689">
                    <a:moveTo>
                      <a:pt x="1231" y="0"/>
                    </a:moveTo>
                    <a:lnTo>
                      <a:pt x="1" y="1374"/>
                    </a:lnTo>
                    <a:lnTo>
                      <a:pt x="373" y="1689"/>
                    </a:lnTo>
                    <a:lnTo>
                      <a:pt x="1575" y="344"/>
                    </a:ln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480" bIns="60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5" name="Google Shape;2769;p89"/>
              <p:cNvSpPr/>
              <p:nvPr/>
            </p:nvSpPr>
            <p:spPr>
              <a:xfrm rot="15995400">
                <a:off x="555480" y="3205440"/>
                <a:ext cx="424080" cy="384120"/>
              </a:xfrm>
              <a:custGeom>
                <a:avLst/>
                <a:gdLst>
                  <a:gd name="textAreaLeft" fmla="*/ 0 w 424080"/>
                  <a:gd name="textAreaRight" fmla="*/ 424440 w 424080"/>
                  <a:gd name="textAreaTop" fmla="*/ 0 h 384120"/>
                  <a:gd name="textAreaBottom" fmla="*/ 384480 h 384120"/>
                </a:gdLst>
                <a:ahLst/>
                <a:cxnLst/>
                <a:rect l="textAreaLeft" t="textAreaTop" r="textAreaRight" b="textAreaBottom"/>
                <a:pathLst>
                  <a:path w="5925" h="5364">
                    <a:moveTo>
                      <a:pt x="1116" y="1"/>
                    </a:moveTo>
                    <a:cubicBezTo>
                      <a:pt x="847" y="1"/>
                      <a:pt x="576" y="108"/>
                      <a:pt x="373" y="326"/>
                    </a:cubicBezTo>
                    <a:cubicBezTo>
                      <a:pt x="0" y="756"/>
                      <a:pt x="58" y="1414"/>
                      <a:pt x="516" y="1757"/>
                    </a:cubicBezTo>
                    <a:lnTo>
                      <a:pt x="5066" y="5363"/>
                    </a:lnTo>
                    <a:lnTo>
                      <a:pt x="5925" y="4390"/>
                    </a:lnTo>
                    <a:lnTo>
                      <a:pt x="1832" y="298"/>
                    </a:lnTo>
                    <a:cubicBezTo>
                      <a:pt x="1635" y="101"/>
                      <a:pt x="1376" y="1"/>
                      <a:pt x="11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6" name="Google Shape;2770;p89"/>
              <p:cNvSpPr/>
              <p:nvPr/>
            </p:nvSpPr>
            <p:spPr>
              <a:xfrm rot="18900000">
                <a:off x="3119040" y="3818880"/>
                <a:ext cx="1186560" cy="319320"/>
              </a:xfrm>
              <a:custGeom>
                <a:avLst/>
                <a:gdLst>
                  <a:gd name="textAreaLeft" fmla="*/ 0 w 1186560"/>
                  <a:gd name="textAreaRight" fmla="*/ 1186920 w 1186560"/>
                  <a:gd name="textAreaTop" fmla="*/ 0 h 319320"/>
                  <a:gd name="textAreaBottom" fmla="*/ 319680 h 319320"/>
                </a:gdLst>
                <a:ahLst/>
                <a:cxnLst/>
                <a:rect l="textAreaLeft" t="textAreaTop" r="textAreaRight" b="textAreaBottom"/>
                <a:pathLst>
                  <a:path w="16565" h="4459">
                    <a:moveTo>
                      <a:pt x="1373" y="0"/>
                    </a:moveTo>
                    <a:cubicBezTo>
                      <a:pt x="1099" y="0"/>
                      <a:pt x="842" y="75"/>
                      <a:pt x="601" y="250"/>
                    </a:cubicBezTo>
                    <a:cubicBezTo>
                      <a:pt x="286" y="450"/>
                      <a:pt x="86" y="765"/>
                      <a:pt x="29" y="1108"/>
                    </a:cubicBezTo>
                    <a:cubicBezTo>
                      <a:pt x="0" y="1337"/>
                      <a:pt x="0" y="1538"/>
                      <a:pt x="57" y="1767"/>
                    </a:cubicBezTo>
                    <a:cubicBezTo>
                      <a:pt x="201" y="2253"/>
                      <a:pt x="630" y="2625"/>
                      <a:pt x="1145" y="2711"/>
                    </a:cubicBezTo>
                    <a:lnTo>
                      <a:pt x="9445" y="4257"/>
                    </a:lnTo>
                    <a:lnTo>
                      <a:pt x="9731" y="4142"/>
                    </a:lnTo>
                    <a:cubicBezTo>
                      <a:pt x="10324" y="3905"/>
                      <a:pt x="10944" y="3777"/>
                      <a:pt x="11563" y="3777"/>
                    </a:cubicBezTo>
                    <a:cubicBezTo>
                      <a:pt x="11840" y="3777"/>
                      <a:pt x="12118" y="3803"/>
                      <a:pt x="12392" y="3856"/>
                    </a:cubicBezTo>
                    <a:lnTo>
                      <a:pt x="15598" y="4371"/>
                    </a:lnTo>
                    <a:lnTo>
                      <a:pt x="16113" y="4457"/>
                    </a:lnTo>
                    <a:cubicBezTo>
                      <a:pt x="16124" y="4458"/>
                      <a:pt x="16135" y="4459"/>
                      <a:pt x="16146" y="4459"/>
                    </a:cubicBezTo>
                    <a:cubicBezTo>
                      <a:pt x="16387" y="4459"/>
                      <a:pt x="16565" y="4161"/>
                      <a:pt x="16428" y="3942"/>
                    </a:cubicBezTo>
                    <a:cubicBezTo>
                      <a:pt x="16370" y="3884"/>
                      <a:pt x="16313" y="3827"/>
                      <a:pt x="16227" y="3799"/>
                    </a:cubicBezTo>
                    <a:lnTo>
                      <a:pt x="15712" y="3684"/>
                    </a:lnTo>
                    <a:lnTo>
                      <a:pt x="12564" y="3026"/>
                    </a:lnTo>
                    <a:cubicBezTo>
                      <a:pt x="11677" y="2854"/>
                      <a:pt x="10847" y="2425"/>
                      <a:pt x="10189" y="1795"/>
                    </a:cubicBezTo>
                    <a:lnTo>
                      <a:pt x="9960" y="1566"/>
                    </a:lnTo>
                    <a:lnTo>
                      <a:pt x="1632" y="21"/>
                    </a:lnTo>
                    <a:cubicBezTo>
                      <a:pt x="1544" y="7"/>
                      <a:pt x="1457" y="0"/>
                      <a:pt x="1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7" name="Google Shape;2771;p89"/>
              <p:cNvSpPr/>
              <p:nvPr/>
            </p:nvSpPr>
            <p:spPr>
              <a:xfrm rot="18900000">
                <a:off x="3131280" y="3997800"/>
                <a:ext cx="744120" cy="307800"/>
              </a:xfrm>
              <a:custGeom>
                <a:avLst/>
                <a:gdLst>
                  <a:gd name="textAreaLeft" fmla="*/ 0 w 744120"/>
                  <a:gd name="textAreaRight" fmla="*/ 744480 w 744120"/>
                  <a:gd name="textAreaTop" fmla="*/ 0 h 307800"/>
                  <a:gd name="textAreaBottom" fmla="*/ 308160 h 307800"/>
                </a:gdLst>
                <a:ahLst/>
                <a:cxnLst/>
                <a:rect l="textAreaLeft" t="textAreaTop" r="textAreaRight" b="textAreaBottom"/>
                <a:pathLst>
                  <a:path w="10390" h="4298">
                    <a:moveTo>
                      <a:pt x="1787" y="0"/>
                    </a:moveTo>
                    <a:cubicBezTo>
                      <a:pt x="1527" y="0"/>
                      <a:pt x="1263" y="86"/>
                      <a:pt x="1031" y="234"/>
                    </a:cubicBezTo>
                    <a:cubicBezTo>
                      <a:pt x="0" y="920"/>
                      <a:pt x="344" y="2523"/>
                      <a:pt x="1574" y="2752"/>
                    </a:cubicBezTo>
                    <a:lnTo>
                      <a:pt x="9874" y="4298"/>
                    </a:lnTo>
                    <a:lnTo>
                      <a:pt x="10389" y="1607"/>
                    </a:lnTo>
                    <a:lnTo>
                      <a:pt x="2061" y="33"/>
                    </a:lnTo>
                    <a:cubicBezTo>
                      <a:pt x="1971" y="11"/>
                      <a:pt x="1879" y="0"/>
                      <a:pt x="1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8" name="Google Shape;2772;p89"/>
              <p:cNvSpPr/>
              <p:nvPr/>
            </p:nvSpPr>
            <p:spPr>
              <a:xfrm rot="18900000">
                <a:off x="3292560" y="4168080"/>
                <a:ext cx="190440" cy="107640"/>
              </a:xfrm>
              <a:custGeom>
                <a:avLst/>
                <a:gdLst>
                  <a:gd name="textAreaLeft" fmla="*/ 0 w 190440"/>
                  <a:gd name="textAreaRight" fmla="*/ 190800 w 1904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662" h="1507">
                    <a:moveTo>
                      <a:pt x="668" y="0"/>
                    </a:moveTo>
                    <a:cubicBezTo>
                      <a:pt x="367" y="0"/>
                      <a:pt x="109" y="216"/>
                      <a:pt x="58" y="524"/>
                    </a:cubicBezTo>
                    <a:cubicBezTo>
                      <a:pt x="0" y="868"/>
                      <a:pt x="201" y="1182"/>
                      <a:pt x="544" y="1240"/>
                    </a:cubicBezTo>
                    <a:lnTo>
                      <a:pt x="1889" y="1497"/>
                    </a:lnTo>
                    <a:cubicBezTo>
                      <a:pt x="1925" y="1503"/>
                      <a:pt x="1960" y="1506"/>
                      <a:pt x="1994" y="1506"/>
                    </a:cubicBezTo>
                    <a:cubicBezTo>
                      <a:pt x="2295" y="1506"/>
                      <a:pt x="2553" y="1290"/>
                      <a:pt x="2605" y="982"/>
                    </a:cubicBezTo>
                    <a:cubicBezTo>
                      <a:pt x="2662" y="667"/>
                      <a:pt x="2462" y="324"/>
                      <a:pt x="2118" y="267"/>
                    </a:cubicBezTo>
                    <a:lnTo>
                      <a:pt x="773" y="9"/>
                    </a:lnTo>
                    <a:cubicBezTo>
                      <a:pt x="738" y="3"/>
                      <a:pt x="702" y="0"/>
                      <a:pt x="6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000" bIns="54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9" name="Google Shape;2773;p89"/>
              <p:cNvSpPr/>
              <p:nvPr/>
            </p:nvSpPr>
            <p:spPr>
              <a:xfrm rot="18900000">
                <a:off x="3344400" y="42112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8" y="830"/>
                    </a:lnTo>
                    <a:lnTo>
                      <a:pt x="401" y="57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0" name="Google Shape;2774;p89"/>
              <p:cNvSpPr/>
              <p:nvPr/>
            </p:nvSpPr>
            <p:spPr>
              <a:xfrm rot="18900000">
                <a:off x="3373920" y="4192200"/>
                <a:ext cx="28440" cy="572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01" h="802">
                    <a:moveTo>
                      <a:pt x="143" y="1"/>
                    </a:moveTo>
                    <a:lnTo>
                      <a:pt x="0" y="773"/>
                    </a:lnTo>
                    <a:lnTo>
                      <a:pt x="258" y="802"/>
                    </a:lnTo>
                    <a:lnTo>
                      <a:pt x="401" y="29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800" bIns="28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1" name="Google Shape;2775;p89"/>
              <p:cNvSpPr/>
              <p:nvPr/>
            </p:nvSpPr>
            <p:spPr>
              <a:xfrm rot="18900000">
                <a:off x="3402360" y="4173480"/>
                <a:ext cx="28440" cy="59040"/>
              </a:xfrm>
              <a:custGeom>
                <a:avLst/>
                <a:gdLst>
                  <a:gd name="textAreaLeft" fmla="*/ 0 w 28440"/>
                  <a:gd name="textAreaRight" fmla="*/ 28800 w 284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402" h="831">
                    <a:moveTo>
                      <a:pt x="144" y="0"/>
                    </a:moveTo>
                    <a:lnTo>
                      <a:pt x="1" y="773"/>
                    </a:lnTo>
                    <a:lnTo>
                      <a:pt x="259" y="830"/>
                    </a:lnTo>
                    <a:lnTo>
                      <a:pt x="402" y="58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2" name="Google Shape;2776;p89"/>
              <p:cNvSpPr/>
              <p:nvPr/>
            </p:nvSpPr>
            <p:spPr>
              <a:xfrm>
                <a:off x="2577600" y="3621960"/>
                <a:ext cx="114480" cy="11556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603" h="1619">
                    <a:moveTo>
                      <a:pt x="956" y="0"/>
                    </a:moveTo>
                    <a:cubicBezTo>
                      <a:pt x="787" y="0"/>
                      <a:pt x="616" y="67"/>
                      <a:pt x="487" y="216"/>
                    </a:cubicBezTo>
                    <a:lnTo>
                      <a:pt x="0" y="760"/>
                    </a:lnTo>
                    <a:lnTo>
                      <a:pt x="973" y="1618"/>
                    </a:lnTo>
                    <a:lnTo>
                      <a:pt x="1460" y="1074"/>
                    </a:lnTo>
                    <a:cubicBezTo>
                      <a:pt x="1546" y="931"/>
                      <a:pt x="1603" y="760"/>
                      <a:pt x="1603" y="588"/>
                    </a:cubicBezTo>
                    <a:cubicBezTo>
                      <a:pt x="1584" y="233"/>
                      <a:pt x="1273" y="0"/>
                      <a:pt x="9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3" name="Google Shape;2777;p89"/>
              <p:cNvSpPr/>
              <p:nvPr/>
            </p:nvSpPr>
            <p:spPr>
              <a:xfrm>
                <a:off x="2516040" y="3676320"/>
                <a:ext cx="131040" cy="11340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1832" h="1588">
                    <a:moveTo>
                      <a:pt x="858" y="1"/>
                    </a:moveTo>
                    <a:lnTo>
                      <a:pt x="372" y="544"/>
                    </a:lnTo>
                    <a:cubicBezTo>
                      <a:pt x="1" y="1024"/>
                      <a:pt x="428" y="1587"/>
                      <a:pt x="905" y="1587"/>
                    </a:cubicBezTo>
                    <a:cubicBezTo>
                      <a:pt x="1055" y="1587"/>
                      <a:pt x="1209" y="1532"/>
                      <a:pt x="1345" y="1403"/>
                    </a:cubicBezTo>
                    <a:lnTo>
                      <a:pt x="1831" y="859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880" bIns="56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4" name="Google Shape;2778;p89"/>
              <p:cNvSpPr/>
              <p:nvPr/>
            </p:nvSpPr>
            <p:spPr>
              <a:xfrm>
                <a:off x="1769400" y="392472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5" name="Google Shape;2779;p89"/>
              <p:cNvSpPr/>
              <p:nvPr/>
            </p:nvSpPr>
            <p:spPr>
              <a:xfrm>
                <a:off x="1689120" y="3874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6" name="Google Shape;2780;p89"/>
              <p:cNvSpPr/>
              <p:nvPr/>
            </p:nvSpPr>
            <p:spPr>
              <a:xfrm>
                <a:off x="314208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840" bIns="60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7" name="Google Shape;2781;p89"/>
              <p:cNvSpPr/>
              <p:nvPr/>
            </p:nvSpPr>
            <p:spPr>
              <a:xfrm>
                <a:off x="1259640" y="3523320"/>
                <a:ext cx="144360" cy="1198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119880"/>
                  <a:gd name="textAreaBottom" fmla="*/ 120240 h 119880"/>
                </a:gdLst>
                <a:ahLst/>
                <a:cxnLst/>
                <a:rect l="textAreaLeft" t="textAreaTop" r="textAreaRight" b="textAreaBottom"/>
                <a:pathLst>
                  <a:path w="2019" h="1679">
                    <a:moveTo>
                      <a:pt x="986" y="0"/>
                    </a:moveTo>
                    <a:cubicBezTo>
                      <a:pt x="667" y="0"/>
                      <a:pt x="371" y="192"/>
                      <a:pt x="245" y="507"/>
                    </a:cubicBezTo>
                    <a:cubicBezTo>
                      <a:pt x="1" y="1093"/>
                      <a:pt x="464" y="1679"/>
                      <a:pt x="1032" y="1679"/>
                    </a:cubicBezTo>
                    <a:cubicBezTo>
                      <a:pt x="1130" y="1679"/>
                      <a:pt x="1231" y="1661"/>
                      <a:pt x="1332" y="1624"/>
                    </a:cubicBezTo>
                    <a:cubicBezTo>
                      <a:pt x="2019" y="1337"/>
                      <a:pt x="2019" y="364"/>
                      <a:pt x="1332" y="78"/>
                    </a:cubicBezTo>
                    <a:cubicBezTo>
                      <a:pt x="1218" y="25"/>
                      <a:pt x="1101" y="0"/>
                      <a:pt x="9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120" bIns="60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8" name="Google Shape;2782;p89"/>
              <p:cNvSpPr/>
              <p:nvPr/>
            </p:nvSpPr>
            <p:spPr>
              <a:xfrm>
                <a:off x="1297800" y="3547080"/>
                <a:ext cx="69480" cy="73440"/>
              </a:xfrm>
              <a:custGeom>
                <a:avLst/>
                <a:gdLst>
                  <a:gd name="textAreaLeft" fmla="*/ 0 w 69480"/>
                  <a:gd name="textAreaRight" fmla="*/ 69840 w 69480"/>
                  <a:gd name="textAreaTop" fmla="*/ 0 h 73440"/>
                  <a:gd name="textAreaBottom" fmla="*/ 73800 h 73440"/>
                </a:gdLst>
                <a:ahLst/>
                <a:cxnLst/>
                <a:rect l="textAreaLeft" t="textAreaTop" r="textAreaRight" b="textAreaBottom"/>
                <a:pathLst>
                  <a:path w="974" h="1031">
                    <a:moveTo>
                      <a:pt x="201" y="1"/>
                    </a:moveTo>
                    <a:lnTo>
                      <a:pt x="1" y="172"/>
                    </a:lnTo>
                    <a:lnTo>
                      <a:pt x="773" y="1031"/>
                    </a:lnTo>
                    <a:lnTo>
                      <a:pt x="974" y="859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88C1C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720" bIns="36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9" name="Google Shape;2783;p89"/>
              <p:cNvSpPr/>
              <p:nvPr/>
            </p:nvSpPr>
            <p:spPr>
              <a:xfrm>
                <a:off x="1568520" y="4137840"/>
                <a:ext cx="200880" cy="20052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520"/>
                  <a:gd name="textAreaBottom" fmla="*/ 200880 h 200520"/>
                </a:gdLst>
                <a:ahLst/>
                <a:cxnLst/>
                <a:rect l="textAreaLeft" t="textAreaTop" r="textAreaRight" b="textAreaBottom"/>
                <a:pathLst>
                  <a:path w="2806" h="2805">
                    <a:moveTo>
                      <a:pt x="773" y="0"/>
                    </a:moveTo>
                    <a:lnTo>
                      <a:pt x="773" y="773"/>
                    </a:lnTo>
                    <a:lnTo>
                      <a:pt x="0" y="773"/>
                    </a:lnTo>
                    <a:lnTo>
                      <a:pt x="0" y="2032"/>
                    </a:lnTo>
                    <a:lnTo>
                      <a:pt x="773" y="2032"/>
                    </a:lnTo>
                    <a:lnTo>
                      <a:pt x="773" y="2805"/>
                    </a:lnTo>
                    <a:lnTo>
                      <a:pt x="2032" y="2805"/>
                    </a:lnTo>
                    <a:lnTo>
                      <a:pt x="2032" y="2032"/>
                    </a:lnTo>
                    <a:lnTo>
                      <a:pt x="2805" y="2032"/>
                    </a:lnTo>
                    <a:lnTo>
                      <a:pt x="2805" y="773"/>
                    </a:lnTo>
                    <a:lnTo>
                      <a:pt x="2032" y="773"/>
                    </a:lnTo>
                    <a:lnTo>
                      <a:pt x="2032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0" name="Google Shape;2784;p89"/>
              <p:cNvSpPr/>
              <p:nvPr/>
            </p:nvSpPr>
            <p:spPr>
              <a:xfrm>
                <a:off x="1720080" y="3309120"/>
                <a:ext cx="200520" cy="20088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805" h="2806">
                    <a:moveTo>
                      <a:pt x="773" y="1"/>
                    </a:moveTo>
                    <a:lnTo>
                      <a:pt x="773" y="745"/>
                    </a:lnTo>
                    <a:lnTo>
                      <a:pt x="0" y="745"/>
                    </a:lnTo>
                    <a:lnTo>
                      <a:pt x="0" y="2033"/>
                    </a:lnTo>
                    <a:lnTo>
                      <a:pt x="773" y="2033"/>
                    </a:lnTo>
                    <a:lnTo>
                      <a:pt x="773" y="2806"/>
                    </a:lnTo>
                    <a:lnTo>
                      <a:pt x="2032" y="2806"/>
                    </a:lnTo>
                    <a:lnTo>
                      <a:pt x="2032" y="2033"/>
                    </a:lnTo>
                    <a:lnTo>
                      <a:pt x="2805" y="2033"/>
                    </a:lnTo>
                    <a:lnTo>
                      <a:pt x="2805" y="745"/>
                    </a:lnTo>
                    <a:lnTo>
                      <a:pt x="2032" y="745"/>
                    </a:lnTo>
                    <a:lnTo>
                      <a:pt x="2032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1" name="Google Shape;2785;p89"/>
              <p:cNvSpPr/>
              <p:nvPr/>
            </p:nvSpPr>
            <p:spPr>
              <a:xfrm>
                <a:off x="2688120" y="4295880"/>
                <a:ext cx="92160" cy="921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160"/>
                  <a:gd name="textAreaBottom" fmla="*/ 92520 h 92160"/>
                </a:gdLst>
                <a:ahLst/>
                <a:cxnLst/>
                <a:rect l="textAreaLeft" t="textAreaTop" r="textAreaRight" b="textAreaBottom"/>
                <a:pathLst>
                  <a:path w="1289" h="1289">
                    <a:moveTo>
                      <a:pt x="344" y="1"/>
                    </a:moveTo>
                    <a:lnTo>
                      <a:pt x="344" y="344"/>
                    </a:lnTo>
                    <a:lnTo>
                      <a:pt x="1" y="344"/>
                    </a:lnTo>
                    <a:lnTo>
                      <a:pt x="1" y="945"/>
                    </a:lnTo>
                    <a:lnTo>
                      <a:pt x="344" y="945"/>
                    </a:lnTo>
                    <a:lnTo>
                      <a:pt x="344" y="1289"/>
                    </a:lnTo>
                    <a:lnTo>
                      <a:pt x="945" y="1289"/>
                    </a:lnTo>
                    <a:lnTo>
                      <a:pt x="945" y="945"/>
                    </a:lnTo>
                    <a:lnTo>
                      <a:pt x="1288" y="945"/>
                    </a:lnTo>
                    <a:lnTo>
                      <a:pt x="1288" y="344"/>
                    </a:lnTo>
                    <a:lnTo>
                      <a:pt x="945" y="344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080" bIns="46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2" name="Google Shape;2786;p89"/>
              <p:cNvSpPr/>
              <p:nvPr/>
            </p:nvSpPr>
            <p:spPr>
              <a:xfrm>
                <a:off x="2386800" y="3569760"/>
                <a:ext cx="92160" cy="9396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1289" h="1317">
                    <a:moveTo>
                      <a:pt x="344" y="0"/>
                    </a:moveTo>
                    <a:lnTo>
                      <a:pt x="344" y="373"/>
                    </a:lnTo>
                    <a:lnTo>
                      <a:pt x="1" y="373"/>
                    </a:lnTo>
                    <a:lnTo>
                      <a:pt x="1" y="974"/>
                    </a:lnTo>
                    <a:lnTo>
                      <a:pt x="344" y="974"/>
                    </a:lnTo>
                    <a:lnTo>
                      <a:pt x="344" y="1317"/>
                    </a:lnTo>
                    <a:lnTo>
                      <a:pt x="945" y="1317"/>
                    </a:lnTo>
                    <a:lnTo>
                      <a:pt x="945" y="974"/>
                    </a:lnTo>
                    <a:lnTo>
                      <a:pt x="1288" y="974"/>
                    </a:lnTo>
                    <a:lnTo>
                      <a:pt x="1288" y="373"/>
                    </a:lnTo>
                    <a:lnTo>
                      <a:pt x="945" y="373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3" name="Google Shape;2787;p89"/>
              <p:cNvSpPr/>
              <p:nvPr/>
            </p:nvSpPr>
            <p:spPr>
              <a:xfrm>
                <a:off x="2134440" y="3171240"/>
                <a:ext cx="156600" cy="12528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5280"/>
                  <a:gd name="textAreaBottom" fmla="*/ 125640 h 125280"/>
                </a:gdLst>
                <a:ahLst/>
                <a:cxnLst/>
                <a:rect l="textAreaLeft" t="textAreaTop" r="textAreaRight" b="textAreaBottom"/>
                <a:pathLst>
                  <a:path w="2190" h="1754">
                    <a:moveTo>
                      <a:pt x="630" y="0"/>
                    </a:moveTo>
                    <a:cubicBezTo>
                      <a:pt x="487" y="0"/>
                      <a:pt x="344" y="50"/>
                      <a:pt x="229" y="150"/>
                    </a:cubicBezTo>
                    <a:cubicBezTo>
                      <a:pt x="0" y="379"/>
                      <a:pt x="0" y="723"/>
                      <a:pt x="229" y="952"/>
                    </a:cubicBezTo>
                    <a:lnTo>
                      <a:pt x="1031" y="1753"/>
                    </a:lnTo>
                    <a:lnTo>
                      <a:pt x="1832" y="952"/>
                    </a:lnTo>
                    <a:cubicBezTo>
                      <a:pt x="2190" y="549"/>
                      <a:pt x="1814" y="8"/>
                      <a:pt x="1387" y="8"/>
                    </a:cubicBezTo>
                    <a:cubicBezTo>
                      <a:pt x="1267" y="8"/>
                      <a:pt x="1144" y="50"/>
                      <a:pt x="1031" y="150"/>
                    </a:cubicBezTo>
                    <a:cubicBezTo>
                      <a:pt x="916" y="50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640" bIns="62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4" name="Google Shape;2788;p89"/>
              <p:cNvSpPr/>
              <p:nvPr/>
            </p:nvSpPr>
            <p:spPr>
              <a:xfrm>
                <a:off x="2610360" y="4051800"/>
                <a:ext cx="156600" cy="12672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2188" h="1775">
                    <a:moveTo>
                      <a:pt x="630" y="0"/>
                    </a:moveTo>
                    <a:cubicBezTo>
                      <a:pt x="487" y="0"/>
                      <a:pt x="343" y="57"/>
                      <a:pt x="229" y="172"/>
                    </a:cubicBezTo>
                    <a:cubicBezTo>
                      <a:pt x="0" y="401"/>
                      <a:pt x="0" y="744"/>
                      <a:pt x="229" y="973"/>
                    </a:cubicBezTo>
                    <a:lnTo>
                      <a:pt x="1030" y="1774"/>
                    </a:lnTo>
                    <a:lnTo>
                      <a:pt x="1832" y="973"/>
                    </a:lnTo>
                    <a:cubicBezTo>
                      <a:pt x="2187" y="551"/>
                      <a:pt x="1818" y="26"/>
                      <a:pt x="1395" y="26"/>
                    </a:cubicBezTo>
                    <a:cubicBezTo>
                      <a:pt x="1272" y="26"/>
                      <a:pt x="1146" y="69"/>
                      <a:pt x="1030" y="172"/>
                    </a:cubicBezTo>
                    <a:cubicBezTo>
                      <a:pt x="916" y="57"/>
                      <a:pt x="773" y="0"/>
                      <a:pt x="6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5" name="Google Shape;2789;p89"/>
              <p:cNvSpPr/>
              <p:nvPr/>
            </p:nvSpPr>
            <p:spPr>
              <a:xfrm>
                <a:off x="3071880" y="321660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120" bIns="87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6" name="Google Shape;2790;p89"/>
              <p:cNvSpPr/>
              <p:nvPr/>
            </p:nvSpPr>
            <p:spPr>
              <a:xfrm>
                <a:off x="1654560" y="304668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9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4" y="1124"/>
                      <a:pt x="647" y="1178"/>
                      <a:pt x="796" y="1178"/>
                    </a:cubicBezTo>
                    <a:cubicBezTo>
                      <a:pt x="1105" y="1178"/>
                      <a:pt x="1403" y="948"/>
                      <a:pt x="1403" y="602"/>
                    </a:cubicBezTo>
                    <a:cubicBezTo>
                      <a:pt x="1403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120" bIns="42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7" name="Google Shape;2791;p89"/>
              <p:cNvSpPr/>
              <p:nvPr/>
            </p:nvSpPr>
            <p:spPr>
              <a:xfrm>
                <a:off x="2171520" y="3467160"/>
                <a:ext cx="100080" cy="8424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1403" h="1178">
                    <a:moveTo>
                      <a:pt x="802" y="1"/>
                    </a:moveTo>
                    <a:cubicBezTo>
                      <a:pt x="258" y="1"/>
                      <a:pt x="1" y="630"/>
                      <a:pt x="373" y="1002"/>
                    </a:cubicBezTo>
                    <a:cubicBezTo>
                      <a:pt x="493" y="1123"/>
                      <a:pt x="644" y="1177"/>
                      <a:pt x="792" y="1177"/>
                    </a:cubicBezTo>
                    <a:cubicBezTo>
                      <a:pt x="1102" y="1177"/>
                      <a:pt x="1403" y="940"/>
                      <a:pt x="1403" y="573"/>
                    </a:cubicBezTo>
                    <a:cubicBezTo>
                      <a:pt x="1374" y="258"/>
                      <a:pt x="1117" y="1"/>
                      <a:pt x="8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120" bIns="42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8" name="Google Shape;2792;p89"/>
              <p:cNvSpPr/>
              <p:nvPr/>
            </p:nvSpPr>
            <p:spPr>
              <a:xfrm>
                <a:off x="1915560" y="2151360"/>
                <a:ext cx="27000" cy="702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344" h="888">
                    <a:moveTo>
                      <a:pt x="200" y="0"/>
                    </a:moveTo>
                    <a:lnTo>
                      <a:pt x="0" y="29"/>
                    </a:lnTo>
                    <a:lnTo>
                      <a:pt x="143" y="887"/>
                    </a:lnTo>
                    <a:lnTo>
                      <a:pt x="344" y="85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280" bIns="35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9" name="Google Shape;2793;p89"/>
              <p:cNvSpPr/>
              <p:nvPr/>
            </p:nvSpPr>
            <p:spPr>
              <a:xfrm>
                <a:off x="3368160" y="27727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840" bIns="60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0" name="Google Shape;2794;p89"/>
              <p:cNvSpPr/>
              <p:nvPr/>
            </p:nvSpPr>
            <p:spPr>
              <a:xfrm rot="19667400">
                <a:off x="2175120" y="2132280"/>
                <a:ext cx="219240" cy="174240"/>
              </a:xfrm>
              <a:custGeom>
                <a:avLst/>
                <a:gdLst>
                  <a:gd name="textAreaLeft" fmla="*/ 0 w 219240"/>
                  <a:gd name="textAreaRight" fmla="*/ 219600 w 219240"/>
                  <a:gd name="textAreaTop" fmla="*/ 0 h 174240"/>
                  <a:gd name="textAreaBottom" fmla="*/ 174600 h 174240"/>
                </a:gdLst>
                <a:ahLst/>
                <a:cxnLst/>
                <a:rect l="textAreaLeft" t="textAreaTop" r="textAreaRight" b="textAreaBottom"/>
                <a:pathLst>
                  <a:path w="3064" h="2438">
                    <a:moveTo>
                      <a:pt x="1944" y="0"/>
                    </a:moveTo>
                    <a:cubicBezTo>
                      <a:pt x="1763" y="0"/>
                      <a:pt x="1574" y="69"/>
                      <a:pt x="1403" y="234"/>
                    </a:cubicBezTo>
                    <a:cubicBezTo>
                      <a:pt x="1245" y="91"/>
                      <a:pt x="1045" y="19"/>
                      <a:pt x="845" y="19"/>
                    </a:cubicBezTo>
                    <a:cubicBezTo>
                      <a:pt x="644" y="19"/>
                      <a:pt x="444" y="91"/>
                      <a:pt x="287" y="234"/>
                    </a:cubicBezTo>
                    <a:cubicBezTo>
                      <a:pt x="0" y="549"/>
                      <a:pt x="0" y="1035"/>
                      <a:pt x="287" y="1350"/>
                    </a:cubicBezTo>
                    <a:lnTo>
                      <a:pt x="1403" y="2438"/>
                    </a:lnTo>
                    <a:lnTo>
                      <a:pt x="2490" y="1350"/>
                    </a:lnTo>
                    <a:cubicBezTo>
                      <a:pt x="3063" y="777"/>
                      <a:pt x="2550" y="0"/>
                      <a:pt x="1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120" bIns="87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1" name="Google Shape;2795;p89"/>
              <p:cNvSpPr/>
              <p:nvPr/>
            </p:nvSpPr>
            <p:spPr>
              <a:xfrm>
                <a:off x="849960" y="3845520"/>
                <a:ext cx="144720" cy="12132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21320"/>
                  <a:gd name="textAreaBottom" fmla="*/ 121680 h 121320"/>
                </a:gdLst>
                <a:ahLst/>
                <a:cxnLst/>
                <a:rect l="textAreaLeft" t="textAreaTop" r="textAreaRight" b="textAreaBottom"/>
                <a:pathLst>
                  <a:path w="2022" h="1698">
                    <a:moveTo>
                      <a:pt x="952" y="1"/>
                    </a:moveTo>
                    <a:cubicBezTo>
                      <a:pt x="572" y="1"/>
                      <a:pt x="208" y="271"/>
                      <a:pt x="133" y="674"/>
                    </a:cubicBezTo>
                    <a:cubicBezTo>
                      <a:pt x="1" y="1245"/>
                      <a:pt x="441" y="1697"/>
                      <a:pt x="937" y="1697"/>
                    </a:cubicBezTo>
                    <a:cubicBezTo>
                      <a:pt x="1088" y="1697"/>
                      <a:pt x="1245" y="1655"/>
                      <a:pt x="1392" y="1562"/>
                    </a:cubicBezTo>
                    <a:cubicBezTo>
                      <a:pt x="2021" y="1132"/>
                      <a:pt x="1850" y="188"/>
                      <a:pt x="1106" y="16"/>
                    </a:cubicBezTo>
                    <a:cubicBezTo>
                      <a:pt x="1054" y="6"/>
                      <a:pt x="1003" y="1"/>
                      <a:pt x="9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840" bIns="60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2" name="Google Shape;2796;p89"/>
              <p:cNvSpPr/>
              <p:nvPr/>
            </p:nvSpPr>
            <p:spPr>
              <a:xfrm rot="3627000">
                <a:off x="767880" y="262404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3" name="Google Shape;2797;p89"/>
              <p:cNvSpPr/>
              <p:nvPr/>
            </p:nvSpPr>
            <p:spPr>
              <a:xfrm rot="3627000">
                <a:off x="767520" y="253368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4" name="Google Shape;2798;p89"/>
              <p:cNvSpPr/>
              <p:nvPr/>
            </p:nvSpPr>
            <p:spPr>
              <a:xfrm rot="18018000">
                <a:off x="2691360" y="2209680"/>
                <a:ext cx="131040" cy="114480"/>
              </a:xfrm>
              <a:custGeom>
                <a:avLst/>
                <a:gdLst>
                  <a:gd name="textAreaLeft" fmla="*/ 0 w 131040"/>
                  <a:gd name="textAreaRight" fmla="*/ 131400 w 1310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832" h="1604">
                    <a:moveTo>
                      <a:pt x="859" y="1"/>
                    </a:moveTo>
                    <a:lnTo>
                      <a:pt x="0" y="945"/>
                    </a:lnTo>
                    <a:lnTo>
                      <a:pt x="544" y="1432"/>
                    </a:lnTo>
                    <a:cubicBezTo>
                      <a:pt x="658" y="1546"/>
                      <a:pt x="830" y="1603"/>
                      <a:pt x="1002" y="1603"/>
                    </a:cubicBezTo>
                    <a:cubicBezTo>
                      <a:pt x="1574" y="1546"/>
                      <a:pt x="1832" y="859"/>
                      <a:pt x="1403" y="487"/>
                    </a:cubicBez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5" name="Google Shape;2799;p89"/>
              <p:cNvSpPr/>
              <p:nvPr/>
            </p:nvSpPr>
            <p:spPr>
              <a:xfrm rot="18018000">
                <a:off x="2606400" y="2248200"/>
                <a:ext cx="141480" cy="117360"/>
              </a:xfrm>
              <a:custGeom>
                <a:avLst/>
                <a:gdLst>
                  <a:gd name="textAreaLeft" fmla="*/ 0 w 141480"/>
                  <a:gd name="textAreaRight" fmla="*/ 141840 w 14148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1980" h="1641">
                    <a:moveTo>
                      <a:pt x="972" y="0"/>
                    </a:moveTo>
                    <a:cubicBezTo>
                      <a:pt x="439" y="0"/>
                      <a:pt x="0" y="732"/>
                      <a:pt x="577" y="1154"/>
                    </a:cubicBezTo>
                    <a:lnTo>
                      <a:pt x="1121" y="1640"/>
                    </a:lnTo>
                    <a:lnTo>
                      <a:pt x="1980" y="696"/>
                    </a:lnTo>
                    <a:lnTo>
                      <a:pt x="1436" y="209"/>
                    </a:lnTo>
                    <a:cubicBezTo>
                      <a:pt x="1288" y="61"/>
                      <a:pt x="1126" y="0"/>
                      <a:pt x="9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6" name="Google Shape;2800;p89"/>
              <p:cNvSpPr/>
              <p:nvPr/>
            </p:nvSpPr>
            <p:spPr>
              <a:xfrm rot="17209200">
                <a:off x="3328200" y="2403360"/>
                <a:ext cx="736200" cy="630000"/>
              </a:xfrm>
              <a:custGeom>
                <a:avLst/>
                <a:gdLst>
                  <a:gd name="textAreaLeft" fmla="*/ 0 w 736200"/>
                  <a:gd name="textAreaRight" fmla="*/ 736560 w 736200"/>
                  <a:gd name="textAreaTop" fmla="*/ 0 h 630000"/>
                  <a:gd name="textAreaBottom" fmla="*/ 630360 h 630000"/>
                </a:gdLst>
                <a:ahLst/>
                <a:cxnLst/>
                <a:rect l="textAreaLeft" t="textAreaTop" r="textAreaRight" b="textAreaBottom"/>
                <a:pathLst>
                  <a:path w="11906" h="10189">
                    <a:moveTo>
                      <a:pt x="10532" y="0"/>
                    </a:moveTo>
                    <a:lnTo>
                      <a:pt x="10160" y="315"/>
                    </a:lnTo>
                    <a:lnTo>
                      <a:pt x="10675" y="973"/>
                    </a:lnTo>
                    <a:lnTo>
                      <a:pt x="9988" y="1517"/>
                    </a:lnTo>
                    <a:lnTo>
                      <a:pt x="9330" y="687"/>
                    </a:lnTo>
                    <a:lnTo>
                      <a:pt x="4064" y="4980"/>
                    </a:lnTo>
                    <a:cubicBezTo>
                      <a:pt x="3749" y="5238"/>
                      <a:pt x="3692" y="5724"/>
                      <a:pt x="3949" y="6010"/>
                    </a:cubicBezTo>
                    <a:lnTo>
                      <a:pt x="4093" y="6182"/>
                    </a:lnTo>
                    <a:lnTo>
                      <a:pt x="3549" y="6611"/>
                    </a:lnTo>
                    <a:lnTo>
                      <a:pt x="3635" y="6726"/>
                    </a:lnTo>
                    <a:lnTo>
                      <a:pt x="2919" y="7327"/>
                    </a:lnTo>
                    <a:lnTo>
                      <a:pt x="3005" y="7413"/>
                    </a:lnTo>
                    <a:lnTo>
                      <a:pt x="200" y="9702"/>
                    </a:lnTo>
                    <a:lnTo>
                      <a:pt x="0" y="10189"/>
                    </a:lnTo>
                    <a:lnTo>
                      <a:pt x="3177" y="7585"/>
                    </a:lnTo>
                    <a:lnTo>
                      <a:pt x="3234" y="7670"/>
                    </a:lnTo>
                    <a:lnTo>
                      <a:pt x="3949" y="7098"/>
                    </a:lnTo>
                    <a:lnTo>
                      <a:pt x="4035" y="7184"/>
                    </a:lnTo>
                    <a:lnTo>
                      <a:pt x="4575" y="6757"/>
                    </a:lnTo>
                    <a:lnTo>
                      <a:pt x="4575" y="6757"/>
                    </a:lnTo>
                    <a:lnTo>
                      <a:pt x="4694" y="6926"/>
                    </a:lnTo>
                    <a:cubicBezTo>
                      <a:pt x="4835" y="7099"/>
                      <a:pt x="5038" y="7186"/>
                      <a:pt x="5243" y="7186"/>
                    </a:cubicBezTo>
                    <a:cubicBezTo>
                      <a:pt x="5412" y="7186"/>
                      <a:pt x="5582" y="7128"/>
                      <a:pt x="5724" y="7012"/>
                    </a:cubicBezTo>
                    <a:lnTo>
                      <a:pt x="10990" y="2719"/>
                    </a:lnTo>
                    <a:lnTo>
                      <a:pt x="10332" y="1889"/>
                    </a:lnTo>
                    <a:lnTo>
                      <a:pt x="10990" y="1317"/>
                    </a:lnTo>
                    <a:lnTo>
                      <a:pt x="11534" y="1975"/>
                    </a:lnTo>
                    <a:lnTo>
                      <a:pt x="11906" y="1689"/>
                    </a:lnTo>
                    <a:lnTo>
                      <a:pt x="1053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7" name="Google Shape;2801;p89"/>
              <p:cNvSpPr/>
              <p:nvPr/>
            </p:nvSpPr>
            <p:spPr>
              <a:xfrm rot="17209200">
                <a:off x="3508920" y="2512800"/>
                <a:ext cx="320040" cy="283320"/>
              </a:xfrm>
              <a:custGeom>
                <a:avLst/>
                <a:gdLst>
                  <a:gd name="textAreaLeft" fmla="*/ 0 w 320040"/>
                  <a:gd name="textAreaRight" fmla="*/ 320400 w 320040"/>
                  <a:gd name="textAreaTop" fmla="*/ 0 h 283320"/>
                  <a:gd name="textAreaBottom" fmla="*/ 283680 h 283320"/>
                </a:gdLst>
                <a:ahLst/>
                <a:cxnLst/>
                <a:rect l="textAreaLeft" t="textAreaTop" r="textAreaRight" b="textAreaBottom"/>
                <a:pathLst>
                  <a:path w="5182" h="4586">
                    <a:moveTo>
                      <a:pt x="3922" y="1"/>
                    </a:moveTo>
                    <a:lnTo>
                      <a:pt x="487" y="2834"/>
                    </a:lnTo>
                    <a:cubicBezTo>
                      <a:pt x="58" y="3178"/>
                      <a:pt x="1" y="3779"/>
                      <a:pt x="344" y="4208"/>
                    </a:cubicBezTo>
                    <a:cubicBezTo>
                      <a:pt x="540" y="4453"/>
                      <a:pt x="830" y="4586"/>
                      <a:pt x="1122" y="4586"/>
                    </a:cubicBezTo>
                    <a:cubicBezTo>
                      <a:pt x="1341" y="4586"/>
                      <a:pt x="1562" y="4511"/>
                      <a:pt x="1747" y="4351"/>
                    </a:cubicBezTo>
                    <a:lnTo>
                      <a:pt x="5181" y="1546"/>
                    </a:lnTo>
                    <a:lnTo>
                      <a:pt x="392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8" name="Google Shape;2802;p89"/>
              <p:cNvSpPr/>
              <p:nvPr/>
            </p:nvSpPr>
            <p:spPr>
              <a:xfrm rot="17209200">
                <a:off x="3722760" y="2846520"/>
                <a:ext cx="95400" cy="86400"/>
              </a:xfrm>
              <a:custGeom>
                <a:avLst/>
                <a:gdLst>
                  <a:gd name="textAreaLeft" fmla="*/ 0 w 95400"/>
                  <a:gd name="textAreaRight" fmla="*/ 95760 w 95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547" h="1403">
                    <a:moveTo>
                      <a:pt x="1260" y="0"/>
                    </a:moveTo>
                    <a:lnTo>
                      <a:pt x="1" y="1030"/>
                    </a:lnTo>
                    <a:lnTo>
                      <a:pt x="287" y="1402"/>
                    </a:lnTo>
                    <a:lnTo>
                      <a:pt x="1546" y="372"/>
                    </a:lnTo>
                    <a:lnTo>
                      <a:pt x="126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9" name="Google Shape;2803;p89"/>
              <p:cNvSpPr/>
              <p:nvPr/>
            </p:nvSpPr>
            <p:spPr>
              <a:xfrm rot="17209200">
                <a:off x="3728880" y="2834280"/>
                <a:ext cx="61560" cy="61560"/>
              </a:xfrm>
              <a:custGeom>
                <a:avLst/>
                <a:gdLst>
                  <a:gd name="textAreaLeft" fmla="*/ 0 w 61560"/>
                  <a:gd name="textAreaRight" fmla="*/ 6192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003" h="1002">
                    <a:moveTo>
                      <a:pt x="516" y="0"/>
                    </a:moveTo>
                    <a:lnTo>
                      <a:pt x="1" y="429"/>
                    </a:lnTo>
                    <a:lnTo>
                      <a:pt x="487" y="1002"/>
                    </a:lnTo>
                    <a:lnTo>
                      <a:pt x="1003" y="573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0" name="Google Shape;2804;p89"/>
              <p:cNvSpPr/>
              <p:nvPr/>
            </p:nvSpPr>
            <p:spPr>
              <a:xfrm rot="17209200">
                <a:off x="3695760" y="2741760"/>
                <a:ext cx="49320" cy="54720"/>
              </a:xfrm>
              <a:custGeom>
                <a:avLst/>
                <a:gdLst>
                  <a:gd name="textAreaLeft" fmla="*/ 0 w 49320"/>
                  <a:gd name="textAreaRight" fmla="*/ 49680 w 493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802" h="888">
                    <a:moveTo>
                      <a:pt x="258" y="1"/>
                    </a:moveTo>
                    <a:lnTo>
                      <a:pt x="0" y="201"/>
                    </a:lnTo>
                    <a:lnTo>
                      <a:pt x="544" y="888"/>
                    </a:lnTo>
                    <a:lnTo>
                      <a:pt x="802" y="659"/>
                    </a:lnTo>
                    <a:lnTo>
                      <a:pt x="258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360" bIns="27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B2F2-E941-00B8-3A2D-E7B8CC82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F48BB-206A-9BBC-5F63-C063C5C94D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4240" y="2323620"/>
            <a:ext cx="8686800" cy="3528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dirty="0">
                <a:latin typeface="Bodoni MT Black" panose="02070A03080606020203" pitchFamily="18" charset="0"/>
              </a:rPr>
              <a:t>THANK YOU </a:t>
            </a:r>
          </a:p>
        </p:txBody>
      </p:sp>
      <p:grpSp>
        <p:nvGrpSpPr>
          <p:cNvPr id="822" name="Google Shape;3803;p115"/>
          <p:cNvGrpSpPr/>
          <p:nvPr/>
        </p:nvGrpSpPr>
        <p:grpSpPr>
          <a:xfrm>
            <a:off x="5305320" y="1487520"/>
            <a:ext cx="1433880" cy="3116520"/>
            <a:chOff x="5305320" y="1487520"/>
            <a:chExt cx="1433880" cy="3116520"/>
          </a:xfrm>
        </p:grpSpPr>
        <p:sp>
          <p:nvSpPr>
            <p:cNvPr id="823" name="Google Shape;3804;p115"/>
            <p:cNvSpPr/>
            <p:nvPr/>
          </p:nvSpPr>
          <p:spPr>
            <a:xfrm>
              <a:off x="6292080" y="4223880"/>
              <a:ext cx="446760" cy="380160"/>
            </a:xfrm>
            <a:custGeom>
              <a:avLst/>
              <a:gdLst>
                <a:gd name="textAreaLeft" fmla="*/ 0 w 446760"/>
                <a:gd name="textAreaRight" fmla="*/ 447120 w 446760"/>
                <a:gd name="textAreaTop" fmla="*/ 0 h 380160"/>
                <a:gd name="textAreaBottom" fmla="*/ 380520 h 380160"/>
              </a:gdLst>
              <a:ahLst/>
              <a:cxnLst/>
              <a:rect l="textAreaLeft" t="textAreaTop" r="textAreaRight" b="textAreaBottom"/>
              <a:pathLst>
                <a:path w="6546" h="5571">
                  <a:moveTo>
                    <a:pt x="0" y="1"/>
                  </a:moveTo>
                  <a:lnTo>
                    <a:pt x="1114" y="4072"/>
                  </a:lnTo>
                  <a:lnTo>
                    <a:pt x="1241" y="4491"/>
                  </a:lnTo>
                  <a:cubicBezTo>
                    <a:pt x="1351" y="4948"/>
                    <a:pt x="1771" y="5276"/>
                    <a:pt x="2245" y="5313"/>
                  </a:cubicBezTo>
                  <a:lnTo>
                    <a:pt x="5933" y="5568"/>
                  </a:lnTo>
                  <a:cubicBezTo>
                    <a:pt x="5949" y="5570"/>
                    <a:pt x="5964" y="5571"/>
                    <a:pt x="5979" y="5571"/>
                  </a:cubicBezTo>
                  <a:cubicBezTo>
                    <a:pt x="6319" y="5571"/>
                    <a:pt x="6546" y="5189"/>
                    <a:pt x="6371" y="4875"/>
                  </a:cubicBezTo>
                  <a:cubicBezTo>
                    <a:pt x="6243" y="4692"/>
                    <a:pt x="5002" y="4181"/>
                    <a:pt x="4363" y="3871"/>
                  </a:cubicBezTo>
                  <a:cubicBezTo>
                    <a:pt x="4235" y="3816"/>
                    <a:pt x="4107" y="3743"/>
                    <a:pt x="3998" y="3633"/>
                  </a:cubicBezTo>
                  <a:cubicBezTo>
                    <a:pt x="3998" y="3615"/>
                    <a:pt x="3961" y="3506"/>
                    <a:pt x="3943" y="3360"/>
                  </a:cubicBezTo>
                  <a:cubicBezTo>
                    <a:pt x="3815" y="2666"/>
                    <a:pt x="3523" y="950"/>
                    <a:pt x="3523" y="95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3805;p115"/>
            <p:cNvSpPr/>
            <p:nvPr/>
          </p:nvSpPr>
          <p:spPr>
            <a:xfrm>
              <a:off x="6368040" y="4452120"/>
              <a:ext cx="371160" cy="15192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5437" h="2229">
                  <a:moveTo>
                    <a:pt x="2830" y="0"/>
                  </a:moveTo>
                  <a:cubicBezTo>
                    <a:pt x="2757" y="19"/>
                    <a:pt x="2702" y="19"/>
                    <a:pt x="2648" y="55"/>
                  </a:cubicBezTo>
                  <a:cubicBezTo>
                    <a:pt x="2374" y="183"/>
                    <a:pt x="2136" y="877"/>
                    <a:pt x="2136" y="877"/>
                  </a:cubicBezTo>
                  <a:lnTo>
                    <a:pt x="1" y="712"/>
                  </a:lnTo>
                  <a:lnTo>
                    <a:pt x="1" y="712"/>
                  </a:lnTo>
                  <a:lnTo>
                    <a:pt x="128" y="1132"/>
                  </a:lnTo>
                  <a:cubicBezTo>
                    <a:pt x="238" y="1589"/>
                    <a:pt x="658" y="1917"/>
                    <a:pt x="1132" y="1954"/>
                  </a:cubicBezTo>
                  <a:lnTo>
                    <a:pt x="4820" y="2227"/>
                  </a:lnTo>
                  <a:cubicBezTo>
                    <a:pt x="4828" y="2228"/>
                    <a:pt x="4837" y="2228"/>
                    <a:pt x="4845" y="2228"/>
                  </a:cubicBezTo>
                  <a:cubicBezTo>
                    <a:pt x="5197" y="2228"/>
                    <a:pt x="5436" y="1855"/>
                    <a:pt x="5258" y="1534"/>
                  </a:cubicBezTo>
                  <a:cubicBezTo>
                    <a:pt x="5130" y="1351"/>
                    <a:pt x="3889" y="840"/>
                    <a:pt x="3250" y="511"/>
                  </a:cubicBezTo>
                  <a:cubicBezTo>
                    <a:pt x="3250" y="511"/>
                    <a:pt x="3159" y="347"/>
                    <a:pt x="3104" y="219"/>
                  </a:cubicBezTo>
                  <a:cubicBezTo>
                    <a:pt x="3067" y="92"/>
                    <a:pt x="2958" y="19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3806;p115"/>
            <p:cNvSpPr/>
            <p:nvPr/>
          </p:nvSpPr>
          <p:spPr>
            <a:xfrm>
              <a:off x="5305320" y="4038120"/>
              <a:ext cx="295200" cy="56592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565920"/>
                <a:gd name="textAreaBottom" fmla="*/ 566280 h 565920"/>
              </a:gdLst>
              <a:ahLst/>
              <a:cxnLst/>
              <a:rect l="textAreaLeft" t="textAreaTop" r="textAreaRight" b="textAreaBottom"/>
              <a:pathLst>
                <a:path w="4327" h="8287">
                  <a:moveTo>
                    <a:pt x="2446" y="1"/>
                  </a:moveTo>
                  <a:lnTo>
                    <a:pt x="438" y="3706"/>
                  </a:lnTo>
                  <a:lnTo>
                    <a:pt x="219" y="4090"/>
                  </a:lnTo>
                  <a:cubicBezTo>
                    <a:pt x="0" y="4510"/>
                    <a:pt x="55" y="5021"/>
                    <a:pt x="384" y="5368"/>
                  </a:cubicBezTo>
                  <a:lnTo>
                    <a:pt x="2866" y="8124"/>
                  </a:lnTo>
                  <a:cubicBezTo>
                    <a:pt x="2957" y="8236"/>
                    <a:pt x="3080" y="8286"/>
                    <a:pt x="3202" y="8286"/>
                  </a:cubicBezTo>
                  <a:cubicBezTo>
                    <a:pt x="3400" y="8286"/>
                    <a:pt x="3595" y="8156"/>
                    <a:pt x="3651" y="7942"/>
                  </a:cubicBezTo>
                  <a:cubicBezTo>
                    <a:pt x="3688" y="7704"/>
                    <a:pt x="3158" y="6481"/>
                    <a:pt x="2921" y="5824"/>
                  </a:cubicBezTo>
                  <a:cubicBezTo>
                    <a:pt x="2848" y="5678"/>
                    <a:pt x="2812" y="5532"/>
                    <a:pt x="2793" y="5386"/>
                  </a:cubicBezTo>
                  <a:cubicBezTo>
                    <a:pt x="2812" y="5368"/>
                    <a:pt x="2866" y="5276"/>
                    <a:pt x="2958" y="5149"/>
                  </a:cubicBezTo>
                  <a:cubicBezTo>
                    <a:pt x="3341" y="4564"/>
                    <a:pt x="4327" y="3122"/>
                    <a:pt x="4327" y="3122"/>
                  </a:cubicBezTo>
                  <a:lnTo>
                    <a:pt x="2446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3807;p115"/>
            <p:cNvSpPr/>
            <p:nvPr/>
          </p:nvSpPr>
          <p:spPr>
            <a:xfrm>
              <a:off x="5305320" y="4291200"/>
              <a:ext cx="251640" cy="312480"/>
            </a:xfrm>
            <a:custGeom>
              <a:avLst/>
              <a:gdLst>
                <a:gd name="textAreaLeft" fmla="*/ 0 w 251640"/>
                <a:gd name="textAreaRight" fmla="*/ 252000 w 251640"/>
                <a:gd name="textAreaTop" fmla="*/ 0 h 312480"/>
                <a:gd name="textAreaBottom" fmla="*/ 312840 h 312480"/>
              </a:gdLst>
              <a:ahLst/>
              <a:cxnLst/>
              <a:rect l="textAreaLeft" t="textAreaTop" r="textAreaRight" b="textAreaBottom"/>
              <a:pathLst>
                <a:path w="3688" h="4581">
                  <a:moveTo>
                    <a:pt x="438" y="0"/>
                  </a:moveTo>
                  <a:lnTo>
                    <a:pt x="219" y="384"/>
                  </a:lnTo>
                  <a:cubicBezTo>
                    <a:pt x="0" y="804"/>
                    <a:pt x="55" y="1315"/>
                    <a:pt x="384" y="1662"/>
                  </a:cubicBezTo>
                  <a:lnTo>
                    <a:pt x="2866" y="4418"/>
                  </a:lnTo>
                  <a:cubicBezTo>
                    <a:pt x="2957" y="4530"/>
                    <a:pt x="3080" y="4580"/>
                    <a:pt x="3202" y="4580"/>
                  </a:cubicBezTo>
                  <a:cubicBezTo>
                    <a:pt x="3400" y="4580"/>
                    <a:pt x="3595" y="4450"/>
                    <a:pt x="3651" y="4236"/>
                  </a:cubicBezTo>
                  <a:cubicBezTo>
                    <a:pt x="3688" y="3998"/>
                    <a:pt x="3158" y="2775"/>
                    <a:pt x="2921" y="2118"/>
                  </a:cubicBezTo>
                  <a:cubicBezTo>
                    <a:pt x="2921" y="2118"/>
                    <a:pt x="2958" y="1917"/>
                    <a:pt x="3012" y="1789"/>
                  </a:cubicBezTo>
                  <a:cubicBezTo>
                    <a:pt x="3067" y="1680"/>
                    <a:pt x="3049" y="1534"/>
                    <a:pt x="2958" y="1443"/>
                  </a:cubicBezTo>
                  <a:cubicBezTo>
                    <a:pt x="2903" y="1406"/>
                    <a:pt x="2848" y="1370"/>
                    <a:pt x="2793" y="1351"/>
                  </a:cubicBezTo>
                  <a:cubicBezTo>
                    <a:pt x="2758" y="1340"/>
                    <a:pt x="2717" y="1335"/>
                    <a:pt x="2673" y="1335"/>
                  </a:cubicBezTo>
                  <a:cubicBezTo>
                    <a:pt x="2355" y="1335"/>
                    <a:pt x="1862" y="1589"/>
                    <a:pt x="1862" y="1589"/>
                  </a:cubicBezTo>
                  <a:lnTo>
                    <a:pt x="43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7" name="Google Shape;3808;p115"/>
            <p:cNvSpPr/>
            <p:nvPr/>
          </p:nvSpPr>
          <p:spPr>
            <a:xfrm>
              <a:off x="5809320" y="2580120"/>
              <a:ext cx="722880" cy="1707120"/>
            </a:xfrm>
            <a:custGeom>
              <a:avLst/>
              <a:gdLst>
                <a:gd name="textAreaLeft" fmla="*/ 0 w 722880"/>
                <a:gd name="textAreaRight" fmla="*/ 723240 w 722880"/>
                <a:gd name="textAreaTop" fmla="*/ 0 h 1707120"/>
                <a:gd name="textAreaBottom" fmla="*/ 1707480 h 1707120"/>
              </a:gdLst>
              <a:ahLst/>
              <a:cxnLst/>
              <a:rect l="textAreaLeft" t="textAreaTop" r="textAreaRight" b="textAreaBottom"/>
              <a:pathLst>
                <a:path w="10589" h="24992">
                  <a:moveTo>
                    <a:pt x="274" y="0"/>
                  </a:moveTo>
                  <a:cubicBezTo>
                    <a:pt x="274" y="0"/>
                    <a:pt x="92" y="822"/>
                    <a:pt x="55" y="3268"/>
                  </a:cubicBezTo>
                  <a:cubicBezTo>
                    <a:pt x="0" y="5733"/>
                    <a:pt x="2447" y="11885"/>
                    <a:pt x="3451" y="14769"/>
                  </a:cubicBezTo>
                  <a:cubicBezTo>
                    <a:pt x="4436" y="17635"/>
                    <a:pt x="6499" y="24718"/>
                    <a:pt x="6499" y="24718"/>
                  </a:cubicBezTo>
                  <a:lnTo>
                    <a:pt x="10588" y="24992"/>
                  </a:lnTo>
                  <a:cubicBezTo>
                    <a:pt x="10588" y="24992"/>
                    <a:pt x="9383" y="16777"/>
                    <a:pt x="8799" y="13035"/>
                  </a:cubicBezTo>
                  <a:cubicBezTo>
                    <a:pt x="8215" y="9311"/>
                    <a:pt x="6499" y="1716"/>
                    <a:pt x="6499" y="1716"/>
                  </a:cubicBezTo>
                  <a:lnTo>
                    <a:pt x="27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8" name="Google Shape;3809;p115"/>
            <p:cNvSpPr/>
            <p:nvPr/>
          </p:nvSpPr>
          <p:spPr>
            <a:xfrm>
              <a:off x="5364000" y="2541960"/>
              <a:ext cx="657000" cy="1720080"/>
            </a:xfrm>
            <a:custGeom>
              <a:avLst/>
              <a:gdLst>
                <a:gd name="textAreaLeft" fmla="*/ 0 w 657000"/>
                <a:gd name="textAreaRight" fmla="*/ 657360 w 657000"/>
                <a:gd name="textAreaTop" fmla="*/ 0 h 1720080"/>
                <a:gd name="textAreaBottom" fmla="*/ 1720440 h 1720080"/>
              </a:gdLst>
              <a:ahLst/>
              <a:cxnLst/>
              <a:rect l="textAreaLeft" t="textAreaTop" r="textAreaRight" b="textAreaBottom"/>
              <a:pathLst>
                <a:path w="9621" h="25185">
                  <a:moveTo>
                    <a:pt x="7497" y="0"/>
                  </a:moveTo>
                  <a:cubicBezTo>
                    <a:pt x="6915" y="0"/>
                    <a:pt x="5827" y="366"/>
                    <a:pt x="5276" y="1599"/>
                  </a:cubicBezTo>
                  <a:cubicBezTo>
                    <a:pt x="4491" y="3333"/>
                    <a:pt x="3779" y="11658"/>
                    <a:pt x="3213" y="14761"/>
                  </a:cubicBezTo>
                  <a:cubicBezTo>
                    <a:pt x="2647" y="17864"/>
                    <a:pt x="0" y="23122"/>
                    <a:pt x="0" y="23122"/>
                  </a:cubicBezTo>
                  <a:lnTo>
                    <a:pt x="3377" y="25185"/>
                  </a:lnTo>
                  <a:cubicBezTo>
                    <a:pt x="3377" y="25185"/>
                    <a:pt x="7065" y="19672"/>
                    <a:pt x="7868" y="17390"/>
                  </a:cubicBezTo>
                  <a:cubicBezTo>
                    <a:pt x="8525" y="15546"/>
                    <a:pt x="9438" y="11347"/>
                    <a:pt x="9438" y="11347"/>
                  </a:cubicBezTo>
                  <a:cubicBezTo>
                    <a:pt x="9438" y="11347"/>
                    <a:pt x="9621" y="7240"/>
                    <a:pt x="9584" y="6053"/>
                  </a:cubicBezTo>
                  <a:cubicBezTo>
                    <a:pt x="9529" y="4848"/>
                    <a:pt x="7941" y="431"/>
                    <a:pt x="7886" y="139"/>
                  </a:cubicBezTo>
                  <a:cubicBezTo>
                    <a:pt x="7876" y="56"/>
                    <a:pt x="7726" y="0"/>
                    <a:pt x="749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9" name="Google Shape;3810;p115"/>
            <p:cNvSpPr/>
            <p:nvPr/>
          </p:nvSpPr>
          <p:spPr>
            <a:xfrm>
              <a:off x="5724360" y="1568880"/>
              <a:ext cx="164160" cy="1645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2410" h="2411">
                  <a:moveTo>
                    <a:pt x="1205" y="1"/>
                  </a:moveTo>
                  <a:cubicBezTo>
                    <a:pt x="529" y="1"/>
                    <a:pt x="0" y="548"/>
                    <a:pt x="0" y="1205"/>
                  </a:cubicBezTo>
                  <a:cubicBezTo>
                    <a:pt x="0" y="1863"/>
                    <a:pt x="529" y="2410"/>
                    <a:pt x="1205" y="2410"/>
                  </a:cubicBezTo>
                  <a:cubicBezTo>
                    <a:pt x="1862" y="2410"/>
                    <a:pt x="2410" y="1863"/>
                    <a:pt x="2410" y="1205"/>
                  </a:cubicBezTo>
                  <a:cubicBezTo>
                    <a:pt x="2410" y="548"/>
                    <a:pt x="1862" y="1"/>
                    <a:pt x="1205" y="1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0" name="Google Shape;3811;p115"/>
            <p:cNvSpPr/>
            <p:nvPr/>
          </p:nvSpPr>
          <p:spPr>
            <a:xfrm>
              <a:off x="5824080" y="1548720"/>
              <a:ext cx="329040" cy="358560"/>
            </a:xfrm>
            <a:custGeom>
              <a:avLst/>
              <a:gdLst>
                <a:gd name="textAreaLeft" fmla="*/ 0 w 329040"/>
                <a:gd name="textAreaRight" fmla="*/ 329400 w 32904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4820" h="5256">
                  <a:moveTo>
                    <a:pt x="2880" y="0"/>
                  </a:moveTo>
                  <a:cubicBezTo>
                    <a:pt x="2400" y="0"/>
                    <a:pt x="1909" y="82"/>
                    <a:pt x="1461" y="128"/>
                  </a:cubicBezTo>
                  <a:cubicBezTo>
                    <a:pt x="749" y="201"/>
                    <a:pt x="183" y="1205"/>
                    <a:pt x="73" y="1863"/>
                  </a:cubicBezTo>
                  <a:cubicBezTo>
                    <a:pt x="0" y="2538"/>
                    <a:pt x="110" y="3232"/>
                    <a:pt x="420" y="3852"/>
                  </a:cubicBezTo>
                  <a:cubicBezTo>
                    <a:pt x="603" y="4181"/>
                    <a:pt x="804" y="4491"/>
                    <a:pt x="1041" y="4802"/>
                  </a:cubicBezTo>
                  <a:cubicBezTo>
                    <a:pt x="1150" y="4966"/>
                    <a:pt x="1315" y="5112"/>
                    <a:pt x="1479" y="5221"/>
                  </a:cubicBezTo>
                  <a:cubicBezTo>
                    <a:pt x="1519" y="5246"/>
                    <a:pt x="1560" y="5256"/>
                    <a:pt x="1601" y="5256"/>
                  </a:cubicBezTo>
                  <a:cubicBezTo>
                    <a:pt x="1843" y="5256"/>
                    <a:pt x="2103" y="4903"/>
                    <a:pt x="2337" y="4856"/>
                  </a:cubicBezTo>
                  <a:cubicBezTo>
                    <a:pt x="2684" y="4783"/>
                    <a:pt x="3140" y="4838"/>
                    <a:pt x="3396" y="4583"/>
                  </a:cubicBezTo>
                  <a:cubicBezTo>
                    <a:pt x="4181" y="3816"/>
                    <a:pt x="4710" y="3067"/>
                    <a:pt x="4765" y="1753"/>
                  </a:cubicBezTo>
                  <a:cubicBezTo>
                    <a:pt x="4820" y="840"/>
                    <a:pt x="4400" y="311"/>
                    <a:pt x="3706" y="110"/>
                  </a:cubicBezTo>
                  <a:cubicBezTo>
                    <a:pt x="3442" y="29"/>
                    <a:pt x="3163" y="0"/>
                    <a:pt x="2880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1" name="Google Shape;3812;p115"/>
            <p:cNvSpPr/>
            <p:nvPr/>
          </p:nvSpPr>
          <p:spPr>
            <a:xfrm>
              <a:off x="5905080" y="1799280"/>
              <a:ext cx="138240" cy="20052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200520"/>
                <a:gd name="textAreaBottom" fmla="*/ 200880 h 200520"/>
              </a:gdLst>
              <a:ahLst/>
              <a:cxnLst/>
              <a:rect l="textAreaLeft" t="textAreaTop" r="textAreaRight" b="textAreaBottom"/>
              <a:pathLst>
                <a:path w="2028" h="2940">
                  <a:moveTo>
                    <a:pt x="92" y="1"/>
                  </a:moveTo>
                  <a:lnTo>
                    <a:pt x="1" y="2867"/>
                  </a:lnTo>
                  <a:lnTo>
                    <a:pt x="1918" y="2940"/>
                  </a:lnTo>
                  <a:lnTo>
                    <a:pt x="2027" y="74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2" name="Google Shape;3813;p115"/>
            <p:cNvSpPr/>
            <p:nvPr/>
          </p:nvSpPr>
          <p:spPr>
            <a:xfrm>
              <a:off x="5921640" y="1799280"/>
              <a:ext cx="122040" cy="174240"/>
            </a:xfrm>
            <a:custGeom>
              <a:avLst/>
              <a:gdLst>
                <a:gd name="textAreaLeft" fmla="*/ 0 w 122040"/>
                <a:gd name="textAreaRight" fmla="*/ 122400 w 1220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1790" h="2557">
                  <a:moveTo>
                    <a:pt x="19" y="1"/>
                  </a:moveTo>
                  <a:lnTo>
                    <a:pt x="19" y="1"/>
                  </a:lnTo>
                  <a:cubicBezTo>
                    <a:pt x="0" y="548"/>
                    <a:pt x="110" y="1096"/>
                    <a:pt x="347" y="1589"/>
                  </a:cubicBezTo>
                  <a:cubicBezTo>
                    <a:pt x="639" y="2082"/>
                    <a:pt x="1132" y="2429"/>
                    <a:pt x="1716" y="2557"/>
                  </a:cubicBezTo>
                  <a:lnTo>
                    <a:pt x="1789" y="74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3814;p115"/>
            <p:cNvSpPr/>
            <p:nvPr/>
          </p:nvSpPr>
          <p:spPr>
            <a:xfrm>
              <a:off x="5826600" y="1706760"/>
              <a:ext cx="101880" cy="1501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1498" h="2203">
                  <a:moveTo>
                    <a:pt x="727" y="0"/>
                  </a:moveTo>
                  <a:cubicBezTo>
                    <a:pt x="343" y="0"/>
                    <a:pt x="54" y="529"/>
                    <a:pt x="37" y="885"/>
                  </a:cubicBezTo>
                  <a:cubicBezTo>
                    <a:pt x="1" y="1378"/>
                    <a:pt x="256" y="1853"/>
                    <a:pt x="676" y="2127"/>
                  </a:cubicBezTo>
                  <a:cubicBezTo>
                    <a:pt x="785" y="2179"/>
                    <a:pt x="882" y="2203"/>
                    <a:pt x="967" y="2203"/>
                  </a:cubicBezTo>
                  <a:cubicBezTo>
                    <a:pt x="1326" y="2203"/>
                    <a:pt x="1483" y="1787"/>
                    <a:pt x="1498" y="1360"/>
                  </a:cubicBezTo>
                  <a:cubicBezTo>
                    <a:pt x="1498" y="940"/>
                    <a:pt x="1352" y="191"/>
                    <a:pt x="877" y="27"/>
                  </a:cubicBezTo>
                  <a:cubicBezTo>
                    <a:pt x="826" y="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3815;p115"/>
            <p:cNvSpPr/>
            <p:nvPr/>
          </p:nvSpPr>
          <p:spPr>
            <a:xfrm>
              <a:off x="5884200" y="1572120"/>
              <a:ext cx="262800" cy="354240"/>
            </a:xfrm>
            <a:custGeom>
              <a:avLst/>
              <a:gdLst>
                <a:gd name="textAreaLeft" fmla="*/ 0 w 262800"/>
                <a:gd name="textAreaRight" fmla="*/ 263160 w 262800"/>
                <a:gd name="textAreaTop" fmla="*/ 0 h 354240"/>
                <a:gd name="textAreaBottom" fmla="*/ 354600 h 354240"/>
              </a:gdLst>
              <a:ahLst/>
              <a:cxnLst/>
              <a:rect l="textAreaLeft" t="textAreaTop" r="textAreaRight" b="textAreaBottom"/>
              <a:pathLst>
                <a:path w="3853" h="5190">
                  <a:moveTo>
                    <a:pt x="1812" y="0"/>
                  </a:moveTo>
                  <a:cubicBezTo>
                    <a:pt x="1267" y="0"/>
                    <a:pt x="726" y="282"/>
                    <a:pt x="439" y="827"/>
                  </a:cubicBezTo>
                  <a:cubicBezTo>
                    <a:pt x="1" y="1612"/>
                    <a:pt x="128" y="2780"/>
                    <a:pt x="439" y="3620"/>
                  </a:cubicBezTo>
                  <a:cubicBezTo>
                    <a:pt x="585" y="4131"/>
                    <a:pt x="913" y="4569"/>
                    <a:pt x="1352" y="4879"/>
                  </a:cubicBezTo>
                  <a:cubicBezTo>
                    <a:pt x="1622" y="5063"/>
                    <a:pt x="1899" y="5190"/>
                    <a:pt x="2179" y="5190"/>
                  </a:cubicBezTo>
                  <a:cubicBezTo>
                    <a:pt x="2371" y="5190"/>
                    <a:pt x="2564" y="5130"/>
                    <a:pt x="2757" y="4989"/>
                  </a:cubicBezTo>
                  <a:cubicBezTo>
                    <a:pt x="3122" y="4697"/>
                    <a:pt x="3378" y="4295"/>
                    <a:pt x="3524" y="3839"/>
                  </a:cubicBezTo>
                  <a:cubicBezTo>
                    <a:pt x="3852" y="2853"/>
                    <a:pt x="3670" y="1448"/>
                    <a:pt x="3049" y="608"/>
                  </a:cubicBezTo>
                  <a:cubicBezTo>
                    <a:pt x="2732" y="199"/>
                    <a:pt x="2271" y="0"/>
                    <a:pt x="1812" y="0"/>
                  </a:cubicBez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3816;p115"/>
            <p:cNvSpPr/>
            <p:nvPr/>
          </p:nvSpPr>
          <p:spPr>
            <a:xfrm>
              <a:off x="5874120" y="1729080"/>
              <a:ext cx="27000" cy="637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403" h="939">
                  <a:moveTo>
                    <a:pt x="81" y="0"/>
                  </a:moveTo>
                  <a:cubicBezTo>
                    <a:pt x="55" y="0"/>
                    <a:pt x="32" y="17"/>
                    <a:pt x="19" y="44"/>
                  </a:cubicBezTo>
                  <a:cubicBezTo>
                    <a:pt x="1" y="62"/>
                    <a:pt x="19" y="99"/>
                    <a:pt x="37" y="135"/>
                  </a:cubicBezTo>
                  <a:cubicBezTo>
                    <a:pt x="201" y="227"/>
                    <a:pt x="256" y="537"/>
                    <a:pt x="165" y="866"/>
                  </a:cubicBezTo>
                  <a:cubicBezTo>
                    <a:pt x="147" y="902"/>
                    <a:pt x="165" y="939"/>
                    <a:pt x="201" y="939"/>
                  </a:cubicBezTo>
                  <a:lnTo>
                    <a:pt x="220" y="939"/>
                  </a:lnTo>
                  <a:cubicBezTo>
                    <a:pt x="238" y="939"/>
                    <a:pt x="274" y="920"/>
                    <a:pt x="274" y="902"/>
                  </a:cubicBezTo>
                  <a:cubicBezTo>
                    <a:pt x="402" y="519"/>
                    <a:pt x="329" y="135"/>
                    <a:pt x="110" y="8"/>
                  </a:cubicBezTo>
                  <a:cubicBezTo>
                    <a:pt x="100" y="3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6" name="Google Shape;3817;p115"/>
            <p:cNvSpPr/>
            <p:nvPr/>
          </p:nvSpPr>
          <p:spPr>
            <a:xfrm>
              <a:off x="5862960" y="1748160"/>
              <a:ext cx="33840" cy="111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503" h="170">
                  <a:moveTo>
                    <a:pt x="256" y="1"/>
                  </a:moveTo>
                  <a:cubicBezTo>
                    <a:pt x="187" y="1"/>
                    <a:pt x="119" y="14"/>
                    <a:pt x="55" y="42"/>
                  </a:cubicBezTo>
                  <a:cubicBezTo>
                    <a:pt x="19" y="60"/>
                    <a:pt x="0" y="97"/>
                    <a:pt x="19" y="133"/>
                  </a:cubicBezTo>
                  <a:cubicBezTo>
                    <a:pt x="19" y="151"/>
                    <a:pt x="55" y="170"/>
                    <a:pt x="73" y="170"/>
                  </a:cubicBezTo>
                  <a:lnTo>
                    <a:pt x="92" y="170"/>
                  </a:lnTo>
                  <a:cubicBezTo>
                    <a:pt x="142" y="140"/>
                    <a:pt x="198" y="126"/>
                    <a:pt x="253" y="126"/>
                  </a:cubicBezTo>
                  <a:cubicBezTo>
                    <a:pt x="298" y="126"/>
                    <a:pt x="343" y="135"/>
                    <a:pt x="384" y="151"/>
                  </a:cubicBezTo>
                  <a:cubicBezTo>
                    <a:pt x="392" y="157"/>
                    <a:pt x="402" y="160"/>
                    <a:pt x="411" y="160"/>
                  </a:cubicBezTo>
                  <a:cubicBezTo>
                    <a:pt x="458" y="160"/>
                    <a:pt x="503" y="88"/>
                    <a:pt x="457" y="42"/>
                  </a:cubicBezTo>
                  <a:cubicBezTo>
                    <a:pt x="393" y="14"/>
                    <a:pt x="324" y="1"/>
                    <a:pt x="256" y="1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7" name="Google Shape;3818;p115"/>
            <p:cNvSpPr/>
            <p:nvPr/>
          </p:nvSpPr>
          <p:spPr>
            <a:xfrm>
              <a:off x="5966280" y="1762200"/>
              <a:ext cx="44640" cy="198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658" h="293">
                  <a:moveTo>
                    <a:pt x="329" y="0"/>
                  </a:moveTo>
                  <a:cubicBezTo>
                    <a:pt x="147" y="0"/>
                    <a:pt x="0" y="73"/>
                    <a:pt x="0" y="164"/>
                  </a:cubicBezTo>
                  <a:cubicBezTo>
                    <a:pt x="0" y="237"/>
                    <a:pt x="165" y="292"/>
                    <a:pt x="347" y="292"/>
                  </a:cubicBezTo>
                  <a:cubicBezTo>
                    <a:pt x="530" y="292"/>
                    <a:pt x="658" y="219"/>
                    <a:pt x="658" y="146"/>
                  </a:cubicBezTo>
                  <a:cubicBezTo>
                    <a:pt x="658" y="55"/>
                    <a:pt x="512" y="0"/>
                    <a:pt x="329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3819;p115"/>
            <p:cNvSpPr/>
            <p:nvPr/>
          </p:nvSpPr>
          <p:spPr>
            <a:xfrm>
              <a:off x="6077520" y="1766880"/>
              <a:ext cx="44640" cy="18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58" h="280">
                  <a:moveTo>
                    <a:pt x="385" y="0"/>
                  </a:moveTo>
                  <a:cubicBezTo>
                    <a:pt x="367" y="0"/>
                    <a:pt x="348" y="1"/>
                    <a:pt x="329" y="3"/>
                  </a:cubicBezTo>
                  <a:cubicBezTo>
                    <a:pt x="146" y="3"/>
                    <a:pt x="0" y="58"/>
                    <a:pt x="0" y="149"/>
                  </a:cubicBezTo>
                  <a:cubicBezTo>
                    <a:pt x="0" y="215"/>
                    <a:pt x="117" y="280"/>
                    <a:pt x="272" y="280"/>
                  </a:cubicBezTo>
                  <a:cubicBezTo>
                    <a:pt x="291" y="280"/>
                    <a:pt x="310" y="279"/>
                    <a:pt x="329" y="277"/>
                  </a:cubicBezTo>
                  <a:cubicBezTo>
                    <a:pt x="511" y="277"/>
                    <a:pt x="657" y="204"/>
                    <a:pt x="657" y="131"/>
                  </a:cubicBezTo>
                  <a:cubicBezTo>
                    <a:pt x="657" y="66"/>
                    <a:pt x="541" y="0"/>
                    <a:pt x="385" y="0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3820;p115"/>
            <p:cNvSpPr/>
            <p:nvPr/>
          </p:nvSpPr>
          <p:spPr>
            <a:xfrm>
              <a:off x="5856840" y="1539000"/>
              <a:ext cx="236520" cy="220320"/>
            </a:xfrm>
            <a:custGeom>
              <a:avLst/>
              <a:gdLst>
                <a:gd name="textAreaLeft" fmla="*/ 0 w 236520"/>
                <a:gd name="textAreaRight" fmla="*/ 236880 w 236520"/>
                <a:gd name="textAreaTop" fmla="*/ 0 h 220320"/>
                <a:gd name="textAreaBottom" fmla="*/ 220680 h 220320"/>
              </a:gdLst>
              <a:ahLst/>
              <a:cxnLst/>
              <a:rect l="textAreaLeft" t="textAreaTop" r="textAreaRight" b="textAreaBottom"/>
              <a:pathLst>
                <a:path w="3469" h="3231">
                  <a:moveTo>
                    <a:pt x="2217" y="0"/>
                  </a:moveTo>
                  <a:cubicBezTo>
                    <a:pt x="1907" y="0"/>
                    <a:pt x="1596" y="42"/>
                    <a:pt x="1351" y="91"/>
                  </a:cubicBezTo>
                  <a:cubicBezTo>
                    <a:pt x="913" y="200"/>
                    <a:pt x="548" y="492"/>
                    <a:pt x="347" y="894"/>
                  </a:cubicBezTo>
                  <a:cubicBezTo>
                    <a:pt x="183" y="1186"/>
                    <a:pt x="73" y="1515"/>
                    <a:pt x="37" y="1862"/>
                  </a:cubicBezTo>
                  <a:cubicBezTo>
                    <a:pt x="18" y="2026"/>
                    <a:pt x="0" y="2208"/>
                    <a:pt x="0" y="2373"/>
                  </a:cubicBezTo>
                  <a:lnTo>
                    <a:pt x="0" y="2957"/>
                  </a:lnTo>
                  <a:cubicBezTo>
                    <a:pt x="55" y="2811"/>
                    <a:pt x="201" y="2573"/>
                    <a:pt x="365" y="2573"/>
                  </a:cubicBezTo>
                  <a:cubicBezTo>
                    <a:pt x="566" y="2592"/>
                    <a:pt x="639" y="2646"/>
                    <a:pt x="730" y="2866"/>
                  </a:cubicBezTo>
                  <a:cubicBezTo>
                    <a:pt x="730" y="2866"/>
                    <a:pt x="785" y="3048"/>
                    <a:pt x="785" y="3066"/>
                  </a:cubicBezTo>
                  <a:cubicBezTo>
                    <a:pt x="822" y="3176"/>
                    <a:pt x="876" y="3176"/>
                    <a:pt x="1059" y="3231"/>
                  </a:cubicBezTo>
                  <a:cubicBezTo>
                    <a:pt x="1084" y="1427"/>
                    <a:pt x="2102" y="1148"/>
                    <a:pt x="2730" y="1148"/>
                  </a:cubicBezTo>
                  <a:cubicBezTo>
                    <a:pt x="3011" y="1148"/>
                    <a:pt x="3213" y="1204"/>
                    <a:pt x="3213" y="1204"/>
                  </a:cubicBezTo>
                  <a:cubicBezTo>
                    <a:pt x="3268" y="456"/>
                    <a:pt x="3469" y="419"/>
                    <a:pt x="3231" y="255"/>
                  </a:cubicBezTo>
                  <a:cubicBezTo>
                    <a:pt x="2979" y="64"/>
                    <a:pt x="2599" y="0"/>
                    <a:pt x="2217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3821;p115"/>
            <p:cNvSpPr/>
            <p:nvPr/>
          </p:nvSpPr>
          <p:spPr>
            <a:xfrm>
              <a:off x="5952600" y="1543680"/>
              <a:ext cx="211680" cy="171720"/>
            </a:xfrm>
            <a:custGeom>
              <a:avLst/>
              <a:gdLst>
                <a:gd name="textAreaLeft" fmla="*/ 0 w 211680"/>
                <a:gd name="textAreaRight" fmla="*/ 212040 w 211680"/>
                <a:gd name="textAreaTop" fmla="*/ 0 h 171720"/>
                <a:gd name="textAreaBottom" fmla="*/ 172080 h 171720"/>
              </a:gdLst>
              <a:ahLst/>
              <a:cxnLst/>
              <a:rect l="textAreaLeft" t="textAreaTop" r="textAreaRight" b="textAreaBottom"/>
              <a:pathLst>
                <a:path w="3105" h="2521">
                  <a:moveTo>
                    <a:pt x="1109" y="0"/>
                  </a:moveTo>
                  <a:cubicBezTo>
                    <a:pt x="898" y="0"/>
                    <a:pt x="701" y="40"/>
                    <a:pt x="585" y="148"/>
                  </a:cubicBezTo>
                  <a:cubicBezTo>
                    <a:pt x="1" y="713"/>
                    <a:pt x="1224" y="1024"/>
                    <a:pt x="1534" y="1079"/>
                  </a:cubicBezTo>
                  <a:cubicBezTo>
                    <a:pt x="2064" y="1170"/>
                    <a:pt x="2356" y="1535"/>
                    <a:pt x="2648" y="2521"/>
                  </a:cubicBezTo>
                  <a:cubicBezTo>
                    <a:pt x="2958" y="1864"/>
                    <a:pt x="3104" y="659"/>
                    <a:pt x="1881" y="148"/>
                  </a:cubicBezTo>
                  <a:cubicBezTo>
                    <a:pt x="1712" y="74"/>
                    <a:pt x="1398" y="0"/>
                    <a:pt x="1109" y="0"/>
                  </a:cubicBezTo>
                  <a:close/>
                </a:path>
              </a:pathLst>
            </a:custGeom>
            <a:solidFill>
              <a:srgbClr val="1E1F3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3822;p115"/>
            <p:cNvSpPr/>
            <p:nvPr/>
          </p:nvSpPr>
          <p:spPr>
            <a:xfrm>
              <a:off x="6026400" y="1820880"/>
              <a:ext cx="47520" cy="180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699" h="270">
                  <a:moveTo>
                    <a:pt x="76" y="1"/>
                  </a:moveTo>
                  <a:cubicBezTo>
                    <a:pt x="60" y="1"/>
                    <a:pt x="46" y="5"/>
                    <a:pt x="37" y="14"/>
                  </a:cubicBezTo>
                  <a:cubicBezTo>
                    <a:pt x="1" y="51"/>
                    <a:pt x="1" y="87"/>
                    <a:pt x="37" y="106"/>
                  </a:cubicBezTo>
                  <a:cubicBezTo>
                    <a:pt x="110" y="197"/>
                    <a:pt x="238" y="252"/>
                    <a:pt x="366" y="270"/>
                  </a:cubicBezTo>
                  <a:cubicBezTo>
                    <a:pt x="475" y="270"/>
                    <a:pt x="567" y="233"/>
                    <a:pt x="658" y="160"/>
                  </a:cubicBezTo>
                  <a:cubicBezTo>
                    <a:pt x="698" y="106"/>
                    <a:pt x="659" y="42"/>
                    <a:pt x="613" y="42"/>
                  </a:cubicBezTo>
                  <a:cubicBezTo>
                    <a:pt x="598" y="42"/>
                    <a:pt x="581" y="50"/>
                    <a:pt x="567" y="69"/>
                  </a:cubicBezTo>
                  <a:cubicBezTo>
                    <a:pt x="512" y="116"/>
                    <a:pt x="444" y="140"/>
                    <a:pt x="375" y="140"/>
                  </a:cubicBezTo>
                  <a:cubicBezTo>
                    <a:pt x="283" y="140"/>
                    <a:pt x="191" y="98"/>
                    <a:pt x="129" y="14"/>
                  </a:cubicBezTo>
                  <a:cubicBezTo>
                    <a:pt x="110" y="5"/>
                    <a:pt x="92" y="1"/>
                    <a:pt x="76" y="1"/>
                  </a:cubicBezTo>
                  <a:close/>
                </a:path>
              </a:pathLst>
            </a:custGeom>
            <a:solidFill>
              <a:srgbClr val="3D2E3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3823;p115"/>
            <p:cNvSpPr/>
            <p:nvPr/>
          </p:nvSpPr>
          <p:spPr>
            <a:xfrm>
              <a:off x="5907600" y="1487520"/>
              <a:ext cx="234000" cy="137160"/>
            </a:xfrm>
            <a:custGeom>
              <a:avLst/>
              <a:gdLst>
                <a:gd name="textAreaLeft" fmla="*/ 0 w 234000"/>
                <a:gd name="textAreaRight" fmla="*/ 234360 w 23400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3433" h="2012">
                  <a:moveTo>
                    <a:pt x="1561" y="1"/>
                  </a:moveTo>
                  <a:cubicBezTo>
                    <a:pt x="544" y="1"/>
                    <a:pt x="0" y="334"/>
                    <a:pt x="0" y="334"/>
                  </a:cubicBezTo>
                  <a:lnTo>
                    <a:pt x="147" y="1776"/>
                  </a:lnTo>
                  <a:cubicBezTo>
                    <a:pt x="675" y="1957"/>
                    <a:pt x="1267" y="2012"/>
                    <a:pt x="1789" y="2012"/>
                  </a:cubicBezTo>
                  <a:cubicBezTo>
                    <a:pt x="2582" y="2012"/>
                    <a:pt x="3213" y="1885"/>
                    <a:pt x="3213" y="1885"/>
                  </a:cubicBezTo>
                  <a:cubicBezTo>
                    <a:pt x="3359" y="1374"/>
                    <a:pt x="3432" y="863"/>
                    <a:pt x="3432" y="334"/>
                  </a:cubicBezTo>
                  <a:cubicBezTo>
                    <a:pt x="2696" y="84"/>
                    <a:pt x="2069" y="1"/>
                    <a:pt x="15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3" name="Google Shape;3824;p115"/>
            <p:cNvSpPr/>
            <p:nvPr/>
          </p:nvSpPr>
          <p:spPr>
            <a:xfrm>
              <a:off x="6076080" y="23443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>
                  <a:moveTo>
                    <a:pt x="1" y="0"/>
                  </a:moveTo>
                </a:path>
              </a:pathLst>
            </a:custGeom>
            <a:solidFill>
              <a:srgbClr val="14141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4" name="Google Shape;3825;p115"/>
            <p:cNvSpPr/>
            <p:nvPr/>
          </p:nvSpPr>
          <p:spPr>
            <a:xfrm>
              <a:off x="6028920" y="2540160"/>
              <a:ext cx="24480" cy="244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366" h="366">
                  <a:moveTo>
                    <a:pt x="183" y="0"/>
                  </a:moveTo>
                  <a:cubicBezTo>
                    <a:pt x="92" y="0"/>
                    <a:pt x="0" y="92"/>
                    <a:pt x="0" y="183"/>
                  </a:cubicBezTo>
                  <a:cubicBezTo>
                    <a:pt x="0" y="274"/>
                    <a:pt x="92" y="365"/>
                    <a:pt x="183" y="365"/>
                  </a:cubicBezTo>
                  <a:cubicBezTo>
                    <a:pt x="292" y="365"/>
                    <a:pt x="365" y="274"/>
                    <a:pt x="365" y="183"/>
                  </a:cubicBezTo>
                  <a:cubicBezTo>
                    <a:pt x="365" y="92"/>
                    <a:pt x="292" y="0"/>
                    <a:pt x="183" y="0"/>
                  </a:cubicBezTo>
                  <a:close/>
                </a:path>
              </a:pathLst>
            </a:custGeom>
            <a:solidFill>
              <a:srgbClr val="D5D7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3826;p115"/>
            <p:cNvSpPr/>
            <p:nvPr/>
          </p:nvSpPr>
          <p:spPr>
            <a:xfrm>
              <a:off x="6086160" y="2263320"/>
              <a:ext cx="115560" cy="345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699" h="512">
                  <a:moveTo>
                    <a:pt x="56" y="1"/>
                  </a:moveTo>
                  <a:cubicBezTo>
                    <a:pt x="19" y="1"/>
                    <a:pt x="1" y="19"/>
                    <a:pt x="1" y="37"/>
                  </a:cubicBezTo>
                  <a:lnTo>
                    <a:pt x="1" y="475"/>
                  </a:lnTo>
                  <a:cubicBezTo>
                    <a:pt x="1" y="494"/>
                    <a:pt x="19" y="512"/>
                    <a:pt x="56" y="512"/>
                  </a:cubicBezTo>
                  <a:lnTo>
                    <a:pt x="1662" y="512"/>
                  </a:lnTo>
                  <a:cubicBezTo>
                    <a:pt x="1680" y="512"/>
                    <a:pt x="1699" y="494"/>
                    <a:pt x="1699" y="475"/>
                  </a:cubicBezTo>
                  <a:lnTo>
                    <a:pt x="1699" y="37"/>
                  </a:lnTo>
                  <a:cubicBezTo>
                    <a:pt x="1699" y="19"/>
                    <a:pt x="1680" y="1"/>
                    <a:pt x="1662" y="1"/>
                  </a:cubicBezTo>
                  <a:close/>
                </a:path>
              </a:pathLst>
            </a:custGeom>
            <a:solidFill>
              <a:srgbClr val="EAEBE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3827;p115"/>
            <p:cNvSpPr/>
            <p:nvPr/>
          </p:nvSpPr>
          <p:spPr>
            <a:xfrm>
              <a:off x="5779440" y="1951560"/>
              <a:ext cx="471240" cy="285480"/>
            </a:xfrm>
            <a:custGeom>
              <a:avLst/>
              <a:gdLst>
                <a:gd name="textAreaLeft" fmla="*/ 0 w 471240"/>
                <a:gd name="textAreaRight" fmla="*/ 471600 w 47124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6901" h="4182">
                  <a:moveTo>
                    <a:pt x="2227" y="1"/>
                  </a:moveTo>
                  <a:lnTo>
                    <a:pt x="0" y="421"/>
                  </a:lnTo>
                  <a:lnTo>
                    <a:pt x="365" y="4181"/>
                  </a:lnTo>
                  <a:lnTo>
                    <a:pt x="4126" y="4181"/>
                  </a:lnTo>
                  <a:lnTo>
                    <a:pt x="6901" y="1626"/>
                  </a:lnTo>
                  <a:lnTo>
                    <a:pt x="3925" y="1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7" name="Google Shape;3828;p115"/>
            <p:cNvSpPr/>
            <p:nvPr/>
          </p:nvSpPr>
          <p:spPr>
            <a:xfrm>
              <a:off x="5644440" y="1966680"/>
              <a:ext cx="674640" cy="942120"/>
            </a:xfrm>
            <a:custGeom>
              <a:avLst/>
              <a:gdLst>
                <a:gd name="textAreaLeft" fmla="*/ 0 w 674640"/>
                <a:gd name="textAreaRight" fmla="*/ 675000 w 674640"/>
                <a:gd name="textAreaTop" fmla="*/ 0 h 942120"/>
                <a:gd name="textAreaBottom" fmla="*/ 942480 h 942120"/>
              </a:gdLst>
              <a:ahLst/>
              <a:cxnLst/>
              <a:rect l="textAreaLeft" t="textAreaTop" r="textAreaRight" b="textAreaBottom"/>
              <a:pathLst>
                <a:path w="9882" h="13798">
                  <a:moveTo>
                    <a:pt x="1621" y="1"/>
                  </a:moveTo>
                  <a:cubicBezTo>
                    <a:pt x="1298" y="1"/>
                    <a:pt x="834" y="44"/>
                    <a:pt x="663" y="272"/>
                  </a:cubicBezTo>
                  <a:cubicBezTo>
                    <a:pt x="462" y="546"/>
                    <a:pt x="499" y="947"/>
                    <a:pt x="499" y="1276"/>
                  </a:cubicBezTo>
                  <a:cubicBezTo>
                    <a:pt x="499" y="1696"/>
                    <a:pt x="499" y="2116"/>
                    <a:pt x="480" y="2554"/>
                  </a:cubicBezTo>
                  <a:cubicBezTo>
                    <a:pt x="426" y="4708"/>
                    <a:pt x="225" y="6880"/>
                    <a:pt x="97" y="9034"/>
                  </a:cubicBezTo>
                  <a:cubicBezTo>
                    <a:pt x="42" y="10093"/>
                    <a:pt x="24" y="11170"/>
                    <a:pt x="24" y="12229"/>
                  </a:cubicBezTo>
                  <a:cubicBezTo>
                    <a:pt x="24" y="13037"/>
                    <a:pt x="0" y="13797"/>
                    <a:pt x="505" y="13797"/>
                  </a:cubicBezTo>
                  <a:cubicBezTo>
                    <a:pt x="627" y="13797"/>
                    <a:pt x="781" y="13753"/>
                    <a:pt x="973" y="13653"/>
                  </a:cubicBezTo>
                  <a:cubicBezTo>
                    <a:pt x="1080" y="13602"/>
                    <a:pt x="1765" y="13584"/>
                    <a:pt x="2700" y="13584"/>
                  </a:cubicBezTo>
                  <a:cubicBezTo>
                    <a:pt x="5129" y="13584"/>
                    <a:pt x="9243" y="13708"/>
                    <a:pt x="9243" y="13708"/>
                  </a:cubicBezTo>
                  <a:cubicBezTo>
                    <a:pt x="9243" y="13708"/>
                    <a:pt x="9254" y="13713"/>
                    <a:pt x="9273" y="13713"/>
                  </a:cubicBezTo>
                  <a:cubicBezTo>
                    <a:pt x="9394" y="13713"/>
                    <a:pt x="9817" y="13496"/>
                    <a:pt x="9644" y="10349"/>
                  </a:cubicBezTo>
                  <a:cubicBezTo>
                    <a:pt x="9590" y="9308"/>
                    <a:pt x="9882" y="8304"/>
                    <a:pt x="9772" y="7264"/>
                  </a:cubicBezTo>
                  <a:cubicBezTo>
                    <a:pt x="9717" y="6716"/>
                    <a:pt x="9644" y="6205"/>
                    <a:pt x="9626" y="5675"/>
                  </a:cubicBezTo>
                  <a:cubicBezTo>
                    <a:pt x="9626" y="5128"/>
                    <a:pt x="9663" y="4580"/>
                    <a:pt x="9754" y="4032"/>
                  </a:cubicBezTo>
                  <a:cubicBezTo>
                    <a:pt x="9827" y="3028"/>
                    <a:pt x="9809" y="2006"/>
                    <a:pt x="9681" y="1002"/>
                  </a:cubicBezTo>
                  <a:cubicBezTo>
                    <a:pt x="9097" y="746"/>
                    <a:pt x="7892" y="345"/>
                    <a:pt x="7892" y="345"/>
                  </a:cubicBezTo>
                  <a:lnTo>
                    <a:pt x="4752" y="3211"/>
                  </a:lnTo>
                  <a:lnTo>
                    <a:pt x="1959" y="16"/>
                  </a:lnTo>
                  <a:cubicBezTo>
                    <a:pt x="1959" y="16"/>
                    <a:pt x="1815" y="1"/>
                    <a:pt x="162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3829;p115"/>
            <p:cNvSpPr/>
            <p:nvPr/>
          </p:nvSpPr>
          <p:spPr>
            <a:xfrm>
              <a:off x="6225840" y="2363040"/>
              <a:ext cx="195480" cy="245520"/>
            </a:xfrm>
            <a:custGeom>
              <a:avLst/>
              <a:gdLst>
                <a:gd name="textAreaLeft" fmla="*/ 0 w 195480"/>
                <a:gd name="textAreaRight" fmla="*/ 195840 w 1954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2867" h="3597">
                  <a:moveTo>
                    <a:pt x="2155" y="0"/>
                  </a:moveTo>
                  <a:cubicBezTo>
                    <a:pt x="1662" y="55"/>
                    <a:pt x="1169" y="110"/>
                    <a:pt x="676" y="164"/>
                  </a:cubicBezTo>
                  <a:cubicBezTo>
                    <a:pt x="493" y="183"/>
                    <a:pt x="1" y="146"/>
                    <a:pt x="1" y="402"/>
                  </a:cubicBezTo>
                  <a:cubicBezTo>
                    <a:pt x="37" y="584"/>
                    <a:pt x="92" y="785"/>
                    <a:pt x="165" y="968"/>
                  </a:cubicBezTo>
                  <a:cubicBezTo>
                    <a:pt x="220" y="1132"/>
                    <a:pt x="293" y="1314"/>
                    <a:pt x="366" y="1497"/>
                  </a:cubicBezTo>
                  <a:cubicBezTo>
                    <a:pt x="493" y="1844"/>
                    <a:pt x="621" y="2172"/>
                    <a:pt x="767" y="2519"/>
                  </a:cubicBezTo>
                  <a:cubicBezTo>
                    <a:pt x="954" y="3011"/>
                    <a:pt x="1266" y="3440"/>
                    <a:pt x="1851" y="3440"/>
                  </a:cubicBezTo>
                  <a:cubicBezTo>
                    <a:pt x="1896" y="3440"/>
                    <a:pt x="1942" y="3437"/>
                    <a:pt x="1990" y="3432"/>
                  </a:cubicBezTo>
                  <a:cubicBezTo>
                    <a:pt x="2002" y="3431"/>
                    <a:pt x="2011" y="3430"/>
                    <a:pt x="2016" y="3430"/>
                  </a:cubicBezTo>
                  <a:cubicBezTo>
                    <a:pt x="2110" y="3430"/>
                    <a:pt x="1489" y="3562"/>
                    <a:pt x="1936" y="3596"/>
                  </a:cubicBezTo>
                  <a:cubicBezTo>
                    <a:pt x="2209" y="3596"/>
                    <a:pt x="2483" y="3505"/>
                    <a:pt x="2702" y="3341"/>
                  </a:cubicBezTo>
                  <a:cubicBezTo>
                    <a:pt x="2757" y="3268"/>
                    <a:pt x="2812" y="3176"/>
                    <a:pt x="2812" y="3085"/>
                  </a:cubicBezTo>
                  <a:cubicBezTo>
                    <a:pt x="2867" y="2848"/>
                    <a:pt x="2867" y="2592"/>
                    <a:pt x="2830" y="2337"/>
                  </a:cubicBezTo>
                  <a:cubicBezTo>
                    <a:pt x="2757" y="1953"/>
                    <a:pt x="2648" y="1570"/>
                    <a:pt x="2538" y="1187"/>
                  </a:cubicBezTo>
                  <a:cubicBezTo>
                    <a:pt x="2428" y="822"/>
                    <a:pt x="2319" y="456"/>
                    <a:pt x="2191" y="110"/>
                  </a:cubicBezTo>
                  <a:cubicBezTo>
                    <a:pt x="2228" y="73"/>
                    <a:pt x="2228" y="0"/>
                    <a:pt x="2155" y="0"/>
                  </a:cubicBezTo>
                  <a:close/>
                </a:path>
              </a:pathLst>
            </a:custGeom>
            <a:solidFill>
              <a:srgbClr val="FFAF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9" name="Google Shape;3830;p115"/>
            <p:cNvSpPr/>
            <p:nvPr/>
          </p:nvSpPr>
          <p:spPr>
            <a:xfrm>
              <a:off x="6190920" y="2008800"/>
              <a:ext cx="306360" cy="4687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468720"/>
                <a:gd name="textAreaBottom" fmla="*/ 469080 h 468720"/>
              </a:gdLst>
              <a:ahLst/>
              <a:cxnLst/>
              <a:rect l="textAreaLeft" t="textAreaTop" r="textAreaRight" b="textAreaBottom"/>
              <a:pathLst>
                <a:path w="4492" h="6865">
                  <a:moveTo>
                    <a:pt x="858" y="1"/>
                  </a:moveTo>
                  <a:cubicBezTo>
                    <a:pt x="858" y="1"/>
                    <a:pt x="968" y="147"/>
                    <a:pt x="950" y="165"/>
                  </a:cubicBezTo>
                  <a:lnTo>
                    <a:pt x="858" y="256"/>
                  </a:lnTo>
                  <a:cubicBezTo>
                    <a:pt x="804" y="311"/>
                    <a:pt x="749" y="384"/>
                    <a:pt x="694" y="439"/>
                  </a:cubicBezTo>
                  <a:cubicBezTo>
                    <a:pt x="365" y="822"/>
                    <a:pt x="165" y="1297"/>
                    <a:pt x="110" y="1790"/>
                  </a:cubicBezTo>
                  <a:cubicBezTo>
                    <a:pt x="19" y="2611"/>
                    <a:pt x="0" y="3433"/>
                    <a:pt x="37" y="4254"/>
                  </a:cubicBezTo>
                  <a:cubicBezTo>
                    <a:pt x="19" y="4966"/>
                    <a:pt x="73" y="5696"/>
                    <a:pt x="183" y="6408"/>
                  </a:cubicBezTo>
                  <a:cubicBezTo>
                    <a:pt x="201" y="6536"/>
                    <a:pt x="238" y="6700"/>
                    <a:pt x="292" y="6865"/>
                  </a:cubicBezTo>
                  <a:cubicBezTo>
                    <a:pt x="530" y="6865"/>
                    <a:pt x="767" y="6846"/>
                    <a:pt x="1023" y="6810"/>
                  </a:cubicBezTo>
                  <a:cubicBezTo>
                    <a:pt x="1370" y="6773"/>
                    <a:pt x="1716" y="6719"/>
                    <a:pt x="2063" y="6700"/>
                  </a:cubicBezTo>
                  <a:cubicBezTo>
                    <a:pt x="2428" y="6664"/>
                    <a:pt x="2793" y="6682"/>
                    <a:pt x="3159" y="6646"/>
                  </a:cubicBezTo>
                  <a:cubicBezTo>
                    <a:pt x="3615" y="6591"/>
                    <a:pt x="4053" y="6445"/>
                    <a:pt x="4491" y="6353"/>
                  </a:cubicBezTo>
                  <a:cubicBezTo>
                    <a:pt x="4436" y="6189"/>
                    <a:pt x="4363" y="6025"/>
                    <a:pt x="4272" y="5879"/>
                  </a:cubicBezTo>
                  <a:cubicBezTo>
                    <a:pt x="4217" y="5733"/>
                    <a:pt x="4181" y="5587"/>
                    <a:pt x="4144" y="5441"/>
                  </a:cubicBezTo>
                  <a:cubicBezTo>
                    <a:pt x="4071" y="5185"/>
                    <a:pt x="3998" y="4911"/>
                    <a:pt x="3907" y="4637"/>
                  </a:cubicBezTo>
                  <a:cubicBezTo>
                    <a:pt x="3816" y="4345"/>
                    <a:pt x="3688" y="4072"/>
                    <a:pt x="3505" y="3816"/>
                  </a:cubicBezTo>
                  <a:cubicBezTo>
                    <a:pt x="3323" y="3560"/>
                    <a:pt x="2593" y="1698"/>
                    <a:pt x="2264" y="1114"/>
                  </a:cubicBezTo>
                  <a:cubicBezTo>
                    <a:pt x="2081" y="767"/>
                    <a:pt x="1826" y="475"/>
                    <a:pt x="1516" y="256"/>
                  </a:cubicBezTo>
                  <a:cubicBezTo>
                    <a:pt x="1297" y="147"/>
                    <a:pt x="1077" y="74"/>
                    <a:pt x="858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3831;p115"/>
            <p:cNvSpPr/>
            <p:nvPr/>
          </p:nvSpPr>
          <p:spPr>
            <a:xfrm>
              <a:off x="6192720" y="2111400"/>
              <a:ext cx="93600" cy="2919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291960"/>
                <a:gd name="textAreaBottom" fmla="*/ 292320 h 291960"/>
              </a:gdLst>
              <a:ahLst/>
              <a:cxnLst/>
              <a:rect l="textAreaLeft" t="textAreaTop" r="textAreaRight" b="textAreaBottom"/>
              <a:pathLst>
                <a:path w="1373" h="4277">
                  <a:moveTo>
                    <a:pt x="1313" y="1"/>
                  </a:moveTo>
                  <a:cubicBezTo>
                    <a:pt x="1302" y="1"/>
                    <a:pt x="1292" y="5"/>
                    <a:pt x="1287" y="16"/>
                  </a:cubicBezTo>
                  <a:cubicBezTo>
                    <a:pt x="1122" y="344"/>
                    <a:pt x="995" y="673"/>
                    <a:pt x="885" y="1020"/>
                  </a:cubicBezTo>
                  <a:cubicBezTo>
                    <a:pt x="776" y="1385"/>
                    <a:pt x="684" y="1750"/>
                    <a:pt x="557" y="2115"/>
                  </a:cubicBezTo>
                  <a:cubicBezTo>
                    <a:pt x="411" y="2462"/>
                    <a:pt x="319" y="2827"/>
                    <a:pt x="264" y="3210"/>
                  </a:cubicBezTo>
                  <a:cubicBezTo>
                    <a:pt x="191" y="3539"/>
                    <a:pt x="82" y="3886"/>
                    <a:pt x="27" y="4233"/>
                  </a:cubicBezTo>
                  <a:cubicBezTo>
                    <a:pt x="0" y="4259"/>
                    <a:pt x="23" y="4276"/>
                    <a:pt x="51" y="4276"/>
                  </a:cubicBezTo>
                  <a:cubicBezTo>
                    <a:pt x="61" y="4276"/>
                    <a:pt x="72" y="4274"/>
                    <a:pt x="82" y="4269"/>
                  </a:cubicBezTo>
                  <a:cubicBezTo>
                    <a:pt x="246" y="3959"/>
                    <a:pt x="337" y="3630"/>
                    <a:pt x="374" y="3283"/>
                  </a:cubicBezTo>
                  <a:cubicBezTo>
                    <a:pt x="429" y="2918"/>
                    <a:pt x="520" y="2572"/>
                    <a:pt x="630" y="2243"/>
                  </a:cubicBezTo>
                  <a:cubicBezTo>
                    <a:pt x="776" y="1860"/>
                    <a:pt x="885" y="1476"/>
                    <a:pt x="995" y="1093"/>
                  </a:cubicBezTo>
                  <a:cubicBezTo>
                    <a:pt x="1086" y="746"/>
                    <a:pt x="1232" y="399"/>
                    <a:pt x="1360" y="52"/>
                  </a:cubicBezTo>
                  <a:cubicBezTo>
                    <a:pt x="1373" y="27"/>
                    <a:pt x="1340" y="1"/>
                    <a:pt x="1313" y="1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3832;p115"/>
            <p:cNvSpPr/>
            <p:nvPr/>
          </p:nvSpPr>
          <p:spPr>
            <a:xfrm>
              <a:off x="5487480" y="1962720"/>
              <a:ext cx="315360" cy="501120"/>
            </a:xfrm>
            <a:custGeom>
              <a:avLst/>
              <a:gdLst>
                <a:gd name="textAreaLeft" fmla="*/ 0 w 315360"/>
                <a:gd name="textAreaRight" fmla="*/ 315720 w 315360"/>
                <a:gd name="textAreaTop" fmla="*/ 0 h 501120"/>
                <a:gd name="textAreaBottom" fmla="*/ 501480 h 501120"/>
              </a:gdLst>
              <a:ahLst/>
              <a:cxnLst/>
              <a:rect l="textAreaLeft" t="textAreaTop" r="textAreaRight" b="textAreaBottom"/>
              <a:pathLst>
                <a:path w="4620" h="7339">
                  <a:moveTo>
                    <a:pt x="3816" y="0"/>
                  </a:moveTo>
                  <a:cubicBezTo>
                    <a:pt x="3031" y="165"/>
                    <a:pt x="2410" y="493"/>
                    <a:pt x="2027" y="1150"/>
                  </a:cubicBezTo>
                  <a:cubicBezTo>
                    <a:pt x="1808" y="1497"/>
                    <a:pt x="1662" y="1899"/>
                    <a:pt x="1479" y="2264"/>
                  </a:cubicBezTo>
                  <a:cubicBezTo>
                    <a:pt x="1297" y="2647"/>
                    <a:pt x="1041" y="2976"/>
                    <a:pt x="877" y="3341"/>
                  </a:cubicBezTo>
                  <a:cubicBezTo>
                    <a:pt x="767" y="3651"/>
                    <a:pt x="694" y="3962"/>
                    <a:pt x="639" y="4290"/>
                  </a:cubicBezTo>
                  <a:cubicBezTo>
                    <a:pt x="585" y="4692"/>
                    <a:pt x="493" y="5093"/>
                    <a:pt x="402" y="5477"/>
                  </a:cubicBezTo>
                  <a:cubicBezTo>
                    <a:pt x="311" y="5860"/>
                    <a:pt x="220" y="6243"/>
                    <a:pt x="110" y="6627"/>
                  </a:cubicBezTo>
                  <a:lnTo>
                    <a:pt x="1" y="6992"/>
                  </a:lnTo>
                  <a:cubicBezTo>
                    <a:pt x="347" y="7101"/>
                    <a:pt x="712" y="7156"/>
                    <a:pt x="1078" y="7174"/>
                  </a:cubicBezTo>
                  <a:cubicBezTo>
                    <a:pt x="1447" y="7174"/>
                    <a:pt x="1807" y="7113"/>
                    <a:pt x="2171" y="7113"/>
                  </a:cubicBezTo>
                  <a:cubicBezTo>
                    <a:pt x="2293" y="7113"/>
                    <a:pt x="2415" y="7120"/>
                    <a:pt x="2538" y="7138"/>
                  </a:cubicBezTo>
                  <a:cubicBezTo>
                    <a:pt x="3104" y="7247"/>
                    <a:pt x="3670" y="7321"/>
                    <a:pt x="4254" y="7339"/>
                  </a:cubicBezTo>
                  <a:lnTo>
                    <a:pt x="4327" y="7339"/>
                  </a:lnTo>
                  <a:cubicBezTo>
                    <a:pt x="4546" y="7028"/>
                    <a:pt x="4619" y="6663"/>
                    <a:pt x="4564" y="6316"/>
                  </a:cubicBezTo>
                  <a:cubicBezTo>
                    <a:pt x="4473" y="5586"/>
                    <a:pt x="4199" y="4911"/>
                    <a:pt x="4035" y="4217"/>
                  </a:cubicBezTo>
                  <a:cubicBezTo>
                    <a:pt x="3852" y="3432"/>
                    <a:pt x="3798" y="2647"/>
                    <a:pt x="3871" y="1862"/>
                  </a:cubicBezTo>
                  <a:cubicBezTo>
                    <a:pt x="3925" y="1515"/>
                    <a:pt x="3944" y="1187"/>
                    <a:pt x="3925" y="858"/>
                  </a:cubicBezTo>
                  <a:cubicBezTo>
                    <a:pt x="3907" y="712"/>
                    <a:pt x="3871" y="566"/>
                    <a:pt x="3816" y="438"/>
                  </a:cubicBezTo>
                  <a:cubicBezTo>
                    <a:pt x="3761" y="292"/>
                    <a:pt x="3852" y="0"/>
                    <a:pt x="3816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3833;p115"/>
            <p:cNvSpPr/>
            <p:nvPr/>
          </p:nvSpPr>
          <p:spPr>
            <a:xfrm>
              <a:off x="5609880" y="2113200"/>
              <a:ext cx="108360" cy="32904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1589" h="4820">
                  <a:moveTo>
                    <a:pt x="437" y="0"/>
                  </a:moveTo>
                  <a:cubicBezTo>
                    <a:pt x="407" y="0"/>
                    <a:pt x="372" y="28"/>
                    <a:pt x="384" y="64"/>
                  </a:cubicBezTo>
                  <a:cubicBezTo>
                    <a:pt x="512" y="484"/>
                    <a:pt x="731" y="904"/>
                    <a:pt x="840" y="1342"/>
                  </a:cubicBezTo>
                  <a:cubicBezTo>
                    <a:pt x="932" y="1689"/>
                    <a:pt x="859" y="2054"/>
                    <a:pt x="932" y="2401"/>
                  </a:cubicBezTo>
                  <a:cubicBezTo>
                    <a:pt x="603" y="1962"/>
                    <a:pt x="420" y="1415"/>
                    <a:pt x="74" y="1013"/>
                  </a:cubicBezTo>
                  <a:cubicBezTo>
                    <a:pt x="68" y="1003"/>
                    <a:pt x="61" y="998"/>
                    <a:pt x="52" y="998"/>
                  </a:cubicBezTo>
                  <a:cubicBezTo>
                    <a:pt x="29" y="998"/>
                    <a:pt x="1" y="1028"/>
                    <a:pt x="1" y="1068"/>
                  </a:cubicBezTo>
                  <a:cubicBezTo>
                    <a:pt x="147" y="1342"/>
                    <a:pt x="293" y="1616"/>
                    <a:pt x="475" y="1871"/>
                  </a:cubicBezTo>
                  <a:cubicBezTo>
                    <a:pt x="585" y="2090"/>
                    <a:pt x="731" y="2309"/>
                    <a:pt x="895" y="2510"/>
                  </a:cubicBezTo>
                  <a:cubicBezTo>
                    <a:pt x="895" y="2510"/>
                    <a:pt x="895" y="2510"/>
                    <a:pt x="913" y="2528"/>
                  </a:cubicBezTo>
                  <a:lnTo>
                    <a:pt x="950" y="2565"/>
                  </a:lnTo>
                  <a:lnTo>
                    <a:pt x="986" y="2565"/>
                  </a:lnTo>
                  <a:cubicBezTo>
                    <a:pt x="1132" y="2930"/>
                    <a:pt x="1224" y="3332"/>
                    <a:pt x="1278" y="3733"/>
                  </a:cubicBezTo>
                  <a:cubicBezTo>
                    <a:pt x="1297" y="4098"/>
                    <a:pt x="1388" y="4463"/>
                    <a:pt x="1516" y="4792"/>
                  </a:cubicBezTo>
                  <a:cubicBezTo>
                    <a:pt x="1522" y="4812"/>
                    <a:pt x="1534" y="4820"/>
                    <a:pt x="1546" y="4820"/>
                  </a:cubicBezTo>
                  <a:cubicBezTo>
                    <a:pt x="1567" y="4820"/>
                    <a:pt x="1589" y="4797"/>
                    <a:pt x="1589" y="4774"/>
                  </a:cubicBezTo>
                  <a:cubicBezTo>
                    <a:pt x="1516" y="4354"/>
                    <a:pt x="1443" y="3952"/>
                    <a:pt x="1388" y="3551"/>
                  </a:cubicBezTo>
                  <a:cubicBezTo>
                    <a:pt x="1315" y="3167"/>
                    <a:pt x="1205" y="2784"/>
                    <a:pt x="1078" y="2419"/>
                  </a:cubicBezTo>
                  <a:cubicBezTo>
                    <a:pt x="1023" y="2200"/>
                    <a:pt x="1023" y="1962"/>
                    <a:pt x="1041" y="1743"/>
                  </a:cubicBezTo>
                  <a:cubicBezTo>
                    <a:pt x="1023" y="1561"/>
                    <a:pt x="1005" y="1396"/>
                    <a:pt x="950" y="1232"/>
                  </a:cubicBezTo>
                  <a:cubicBezTo>
                    <a:pt x="804" y="812"/>
                    <a:pt x="658" y="411"/>
                    <a:pt x="475" y="27"/>
                  </a:cubicBezTo>
                  <a:cubicBezTo>
                    <a:pt x="469" y="8"/>
                    <a:pt x="454" y="0"/>
                    <a:pt x="437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3834;p115"/>
            <p:cNvSpPr/>
            <p:nvPr/>
          </p:nvSpPr>
          <p:spPr>
            <a:xfrm>
              <a:off x="5823000" y="1913760"/>
              <a:ext cx="524880" cy="55692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7686" h="8156">
                  <a:moveTo>
                    <a:pt x="3811" y="0"/>
                  </a:moveTo>
                  <a:cubicBezTo>
                    <a:pt x="3692" y="0"/>
                    <a:pt x="3574" y="57"/>
                    <a:pt x="3505" y="172"/>
                  </a:cubicBezTo>
                  <a:lnTo>
                    <a:pt x="110" y="5301"/>
                  </a:lnTo>
                  <a:cubicBezTo>
                    <a:pt x="0" y="5484"/>
                    <a:pt x="37" y="5703"/>
                    <a:pt x="219" y="5812"/>
                  </a:cubicBezTo>
                  <a:lnTo>
                    <a:pt x="3651" y="8094"/>
                  </a:lnTo>
                  <a:cubicBezTo>
                    <a:pt x="3720" y="8135"/>
                    <a:pt x="3793" y="8156"/>
                    <a:pt x="3865" y="8156"/>
                  </a:cubicBezTo>
                  <a:cubicBezTo>
                    <a:pt x="3985" y="8156"/>
                    <a:pt x="4101" y="8099"/>
                    <a:pt x="4181" y="7985"/>
                  </a:cubicBezTo>
                  <a:lnTo>
                    <a:pt x="7576" y="2855"/>
                  </a:lnTo>
                  <a:cubicBezTo>
                    <a:pt x="7686" y="2691"/>
                    <a:pt x="7631" y="2453"/>
                    <a:pt x="7466" y="2344"/>
                  </a:cubicBezTo>
                  <a:lnTo>
                    <a:pt x="4016" y="62"/>
                  </a:lnTo>
                  <a:cubicBezTo>
                    <a:pt x="3955" y="21"/>
                    <a:pt x="3883" y="0"/>
                    <a:pt x="3811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3835;p115"/>
            <p:cNvSpPr/>
            <p:nvPr/>
          </p:nvSpPr>
          <p:spPr>
            <a:xfrm>
              <a:off x="5823000" y="2071440"/>
              <a:ext cx="524880" cy="40032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400320"/>
                <a:gd name="textAreaBottom" fmla="*/ 400680 h 400320"/>
              </a:gdLst>
              <a:ahLst/>
              <a:cxnLst/>
              <a:rect l="textAreaLeft" t="textAreaTop" r="textAreaRight" b="textAreaBottom"/>
              <a:pathLst>
                <a:path w="7686" h="5863">
                  <a:moveTo>
                    <a:pt x="7430" y="0"/>
                  </a:moveTo>
                  <a:cubicBezTo>
                    <a:pt x="7430" y="37"/>
                    <a:pt x="7412" y="55"/>
                    <a:pt x="7393" y="73"/>
                  </a:cubicBezTo>
                  <a:lnTo>
                    <a:pt x="3998" y="5221"/>
                  </a:lnTo>
                  <a:cubicBezTo>
                    <a:pt x="3927" y="5327"/>
                    <a:pt x="3803" y="5388"/>
                    <a:pt x="3680" y="5388"/>
                  </a:cubicBezTo>
                  <a:cubicBezTo>
                    <a:pt x="3612" y="5388"/>
                    <a:pt x="3545" y="5370"/>
                    <a:pt x="3487" y="5331"/>
                  </a:cubicBezTo>
                  <a:lnTo>
                    <a:pt x="55" y="3067"/>
                  </a:lnTo>
                  <a:lnTo>
                    <a:pt x="55" y="3067"/>
                  </a:lnTo>
                  <a:cubicBezTo>
                    <a:pt x="0" y="3232"/>
                    <a:pt x="55" y="3414"/>
                    <a:pt x="201" y="3524"/>
                  </a:cubicBezTo>
                  <a:lnTo>
                    <a:pt x="3651" y="5806"/>
                  </a:lnTo>
                  <a:cubicBezTo>
                    <a:pt x="3709" y="5844"/>
                    <a:pt x="3777" y="5863"/>
                    <a:pt x="3844" y="5863"/>
                  </a:cubicBezTo>
                  <a:cubicBezTo>
                    <a:pt x="3968" y="5863"/>
                    <a:pt x="4092" y="5802"/>
                    <a:pt x="4162" y="5696"/>
                  </a:cubicBezTo>
                  <a:lnTo>
                    <a:pt x="7558" y="566"/>
                  </a:lnTo>
                  <a:cubicBezTo>
                    <a:pt x="7686" y="384"/>
                    <a:pt x="7649" y="146"/>
                    <a:pt x="7466" y="19"/>
                  </a:cubicBezTo>
                  <a:lnTo>
                    <a:pt x="7430" y="0"/>
                  </a:lnTo>
                  <a:close/>
                </a:path>
              </a:pathLst>
            </a:custGeom>
            <a:solidFill>
              <a:srgbClr val="07070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5" name="Google Shape;3836;p115"/>
            <p:cNvSpPr/>
            <p:nvPr/>
          </p:nvSpPr>
          <p:spPr>
            <a:xfrm>
              <a:off x="6129720" y="1946160"/>
              <a:ext cx="149400" cy="13104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131040"/>
                <a:gd name="textAreaBottom" fmla="*/ 131400 h 131040"/>
              </a:gdLst>
              <a:ahLst/>
              <a:cxnLst/>
              <a:rect l="textAreaLeft" t="textAreaTop" r="textAreaRight" b="textAreaBottom"/>
              <a:pathLst>
                <a:path w="2192" h="1925">
                  <a:moveTo>
                    <a:pt x="549" y="154"/>
                  </a:moveTo>
                  <a:lnTo>
                    <a:pt x="2009" y="1121"/>
                  </a:lnTo>
                  <a:lnTo>
                    <a:pt x="1607" y="1742"/>
                  </a:lnTo>
                  <a:lnTo>
                    <a:pt x="147" y="775"/>
                  </a:lnTo>
                  <a:lnTo>
                    <a:pt x="549" y="154"/>
                  </a:lnTo>
                  <a:close/>
                  <a:moveTo>
                    <a:pt x="553" y="0"/>
                  </a:moveTo>
                  <a:cubicBezTo>
                    <a:pt x="529" y="0"/>
                    <a:pt x="507" y="13"/>
                    <a:pt x="494" y="26"/>
                  </a:cubicBezTo>
                  <a:lnTo>
                    <a:pt x="1" y="775"/>
                  </a:lnTo>
                  <a:cubicBezTo>
                    <a:pt x="1" y="793"/>
                    <a:pt x="1" y="811"/>
                    <a:pt x="1" y="829"/>
                  </a:cubicBezTo>
                  <a:cubicBezTo>
                    <a:pt x="1" y="848"/>
                    <a:pt x="19" y="848"/>
                    <a:pt x="37" y="866"/>
                  </a:cubicBezTo>
                  <a:lnTo>
                    <a:pt x="1589" y="1925"/>
                  </a:lnTo>
                  <a:lnTo>
                    <a:pt x="1626" y="1925"/>
                  </a:lnTo>
                  <a:cubicBezTo>
                    <a:pt x="1644" y="1925"/>
                    <a:pt x="1680" y="1906"/>
                    <a:pt x="1680" y="1888"/>
                  </a:cubicBezTo>
                  <a:lnTo>
                    <a:pt x="2173" y="1158"/>
                  </a:lnTo>
                  <a:cubicBezTo>
                    <a:pt x="2192" y="1140"/>
                    <a:pt x="2192" y="1121"/>
                    <a:pt x="2192" y="1103"/>
                  </a:cubicBezTo>
                  <a:cubicBezTo>
                    <a:pt x="2173" y="1085"/>
                    <a:pt x="2173" y="1067"/>
                    <a:pt x="2155" y="1048"/>
                  </a:cubicBezTo>
                  <a:lnTo>
                    <a:pt x="585" y="8"/>
                  </a:lnTo>
                  <a:cubicBezTo>
                    <a:pt x="574" y="3"/>
                    <a:pt x="564" y="0"/>
                    <a:pt x="553" y="0"/>
                  </a:cubicBezTo>
                  <a:close/>
                </a:path>
              </a:pathLst>
            </a:custGeom>
            <a:solidFill>
              <a:srgbClr val="001F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6" name="Google Shape;3837;p115"/>
            <p:cNvSpPr/>
            <p:nvPr/>
          </p:nvSpPr>
          <p:spPr>
            <a:xfrm>
              <a:off x="5987520" y="1813680"/>
              <a:ext cx="78120" cy="2736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151" h="407">
                  <a:moveTo>
                    <a:pt x="1066" y="1"/>
                  </a:moveTo>
                  <a:cubicBezTo>
                    <a:pt x="1037" y="1"/>
                    <a:pt x="1005" y="10"/>
                    <a:pt x="987" y="10"/>
                  </a:cubicBezTo>
                  <a:cubicBezTo>
                    <a:pt x="658" y="10"/>
                    <a:pt x="311" y="28"/>
                    <a:pt x="1" y="65"/>
                  </a:cubicBezTo>
                  <a:cubicBezTo>
                    <a:pt x="155" y="290"/>
                    <a:pt x="401" y="407"/>
                    <a:pt x="629" y="407"/>
                  </a:cubicBezTo>
                  <a:cubicBezTo>
                    <a:pt x="807" y="407"/>
                    <a:pt x="974" y="336"/>
                    <a:pt x="1078" y="192"/>
                  </a:cubicBezTo>
                  <a:cubicBezTo>
                    <a:pt x="1114" y="138"/>
                    <a:pt x="1151" y="101"/>
                    <a:pt x="1133" y="46"/>
                  </a:cubicBezTo>
                  <a:cubicBezTo>
                    <a:pt x="1124" y="10"/>
                    <a:pt x="1096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3838;p115"/>
            <p:cNvSpPr/>
            <p:nvPr/>
          </p:nvSpPr>
          <p:spPr>
            <a:xfrm>
              <a:off x="5949000" y="1692360"/>
              <a:ext cx="60840" cy="1980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896" h="294">
                  <a:moveTo>
                    <a:pt x="676" y="1"/>
                  </a:moveTo>
                  <a:cubicBezTo>
                    <a:pt x="512" y="1"/>
                    <a:pt x="348" y="19"/>
                    <a:pt x="202" y="37"/>
                  </a:cubicBezTo>
                  <a:cubicBezTo>
                    <a:pt x="92" y="37"/>
                    <a:pt x="1" y="56"/>
                    <a:pt x="1" y="183"/>
                  </a:cubicBezTo>
                  <a:cubicBezTo>
                    <a:pt x="1" y="283"/>
                    <a:pt x="78" y="294"/>
                    <a:pt x="164" y="294"/>
                  </a:cubicBezTo>
                  <a:cubicBezTo>
                    <a:pt x="189" y="294"/>
                    <a:pt x="214" y="293"/>
                    <a:pt x="238" y="293"/>
                  </a:cubicBezTo>
                  <a:cubicBezTo>
                    <a:pt x="384" y="293"/>
                    <a:pt x="549" y="293"/>
                    <a:pt x="695" y="275"/>
                  </a:cubicBezTo>
                  <a:cubicBezTo>
                    <a:pt x="786" y="275"/>
                    <a:pt x="895" y="275"/>
                    <a:pt x="877" y="129"/>
                  </a:cubicBezTo>
                  <a:cubicBezTo>
                    <a:pt x="877" y="1"/>
                    <a:pt x="768" y="1"/>
                    <a:pt x="676" y="1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3839;p115"/>
            <p:cNvSpPr/>
            <p:nvPr/>
          </p:nvSpPr>
          <p:spPr>
            <a:xfrm>
              <a:off x="6056280" y="1692000"/>
              <a:ext cx="44640" cy="18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59" h="278">
                  <a:moveTo>
                    <a:pt x="527" y="0"/>
                  </a:moveTo>
                  <a:cubicBezTo>
                    <a:pt x="517" y="0"/>
                    <a:pt x="506" y="2"/>
                    <a:pt x="494" y="4"/>
                  </a:cubicBezTo>
                  <a:cubicBezTo>
                    <a:pt x="384" y="4"/>
                    <a:pt x="275" y="4"/>
                    <a:pt x="147" y="22"/>
                  </a:cubicBezTo>
                  <a:cubicBezTo>
                    <a:pt x="19" y="40"/>
                    <a:pt x="1" y="59"/>
                    <a:pt x="1" y="168"/>
                  </a:cubicBezTo>
                  <a:cubicBezTo>
                    <a:pt x="1" y="259"/>
                    <a:pt x="74" y="259"/>
                    <a:pt x="147" y="278"/>
                  </a:cubicBezTo>
                  <a:lnTo>
                    <a:pt x="494" y="278"/>
                  </a:lnTo>
                  <a:cubicBezTo>
                    <a:pt x="622" y="278"/>
                    <a:pt x="658" y="223"/>
                    <a:pt x="640" y="132"/>
                  </a:cubicBezTo>
                  <a:cubicBezTo>
                    <a:pt x="640" y="52"/>
                    <a:pt x="598" y="0"/>
                    <a:pt x="527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3840;p115"/>
            <p:cNvSpPr/>
            <p:nvPr/>
          </p:nvSpPr>
          <p:spPr>
            <a:xfrm>
              <a:off x="6022440" y="1760760"/>
              <a:ext cx="29520" cy="417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437" h="615">
                  <a:moveTo>
                    <a:pt x="348" y="1"/>
                  </a:moveTo>
                  <a:cubicBezTo>
                    <a:pt x="275" y="56"/>
                    <a:pt x="257" y="147"/>
                    <a:pt x="275" y="220"/>
                  </a:cubicBezTo>
                  <a:cubicBezTo>
                    <a:pt x="309" y="372"/>
                    <a:pt x="311" y="478"/>
                    <a:pt x="137" y="478"/>
                  </a:cubicBezTo>
                  <a:cubicBezTo>
                    <a:pt x="123" y="478"/>
                    <a:pt x="108" y="477"/>
                    <a:pt x="92" y="476"/>
                  </a:cubicBezTo>
                  <a:cubicBezTo>
                    <a:pt x="86" y="472"/>
                    <a:pt x="79" y="471"/>
                    <a:pt x="72" y="471"/>
                  </a:cubicBezTo>
                  <a:cubicBezTo>
                    <a:pt x="43" y="471"/>
                    <a:pt x="16" y="500"/>
                    <a:pt x="1" y="530"/>
                  </a:cubicBezTo>
                  <a:cubicBezTo>
                    <a:pt x="1" y="603"/>
                    <a:pt x="56" y="603"/>
                    <a:pt x="110" y="603"/>
                  </a:cubicBezTo>
                  <a:cubicBezTo>
                    <a:pt x="133" y="611"/>
                    <a:pt x="155" y="614"/>
                    <a:pt x="176" y="614"/>
                  </a:cubicBezTo>
                  <a:cubicBezTo>
                    <a:pt x="316" y="614"/>
                    <a:pt x="437" y="472"/>
                    <a:pt x="421" y="329"/>
                  </a:cubicBezTo>
                  <a:cubicBezTo>
                    <a:pt x="403" y="220"/>
                    <a:pt x="384" y="110"/>
                    <a:pt x="348" y="1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0" name="Google Shape;3841;p115"/>
            <p:cNvSpPr/>
            <p:nvPr/>
          </p:nvSpPr>
          <p:spPr>
            <a:xfrm>
              <a:off x="5971320" y="1739520"/>
              <a:ext cx="20880" cy="1872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309" h="281">
                  <a:moveTo>
                    <a:pt x="137" y="0"/>
                  </a:moveTo>
                  <a:cubicBezTo>
                    <a:pt x="74" y="0"/>
                    <a:pt x="16" y="52"/>
                    <a:pt x="1" y="131"/>
                  </a:cubicBezTo>
                  <a:cubicBezTo>
                    <a:pt x="1" y="223"/>
                    <a:pt x="55" y="277"/>
                    <a:pt x="147" y="277"/>
                  </a:cubicBezTo>
                  <a:cubicBezTo>
                    <a:pt x="156" y="279"/>
                    <a:pt x="165" y="280"/>
                    <a:pt x="174" y="280"/>
                  </a:cubicBezTo>
                  <a:cubicBezTo>
                    <a:pt x="252" y="280"/>
                    <a:pt x="309" y="213"/>
                    <a:pt x="293" y="131"/>
                  </a:cubicBezTo>
                  <a:cubicBezTo>
                    <a:pt x="309" y="66"/>
                    <a:pt x="252" y="1"/>
                    <a:pt x="188" y="1"/>
                  </a:cubicBezTo>
                  <a:cubicBezTo>
                    <a:pt x="180" y="1"/>
                    <a:pt x="173" y="2"/>
                    <a:pt x="165" y="4"/>
                  </a:cubicBezTo>
                  <a:cubicBezTo>
                    <a:pt x="155" y="1"/>
                    <a:pt x="146" y="0"/>
                    <a:pt x="137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1" name="Google Shape;3842;p115"/>
            <p:cNvSpPr/>
            <p:nvPr/>
          </p:nvSpPr>
          <p:spPr>
            <a:xfrm>
              <a:off x="6061680" y="1738080"/>
              <a:ext cx="21600" cy="198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321" h="294">
                  <a:moveTo>
                    <a:pt x="146" y="0"/>
                  </a:moveTo>
                  <a:cubicBezTo>
                    <a:pt x="69" y="0"/>
                    <a:pt x="10" y="66"/>
                    <a:pt x="10" y="131"/>
                  </a:cubicBezTo>
                  <a:cubicBezTo>
                    <a:pt x="0" y="239"/>
                    <a:pt x="80" y="294"/>
                    <a:pt x="158" y="294"/>
                  </a:cubicBezTo>
                  <a:cubicBezTo>
                    <a:pt x="226" y="294"/>
                    <a:pt x="294" y="252"/>
                    <a:pt x="302" y="168"/>
                  </a:cubicBezTo>
                  <a:cubicBezTo>
                    <a:pt x="320" y="76"/>
                    <a:pt x="247" y="3"/>
                    <a:pt x="174" y="3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3843;p115"/>
            <p:cNvSpPr/>
            <p:nvPr/>
          </p:nvSpPr>
          <p:spPr>
            <a:xfrm>
              <a:off x="6063840" y="2284560"/>
              <a:ext cx="394920" cy="351720"/>
            </a:xfrm>
            <a:custGeom>
              <a:avLst/>
              <a:gdLst>
                <a:gd name="textAreaLeft" fmla="*/ 0 w 394920"/>
                <a:gd name="textAreaRight" fmla="*/ 395280 w 39492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5788" h="5154">
                  <a:moveTo>
                    <a:pt x="1497" y="0"/>
                  </a:moveTo>
                  <a:lnTo>
                    <a:pt x="0" y="1698"/>
                  </a:lnTo>
                  <a:cubicBezTo>
                    <a:pt x="603" y="2282"/>
                    <a:pt x="1223" y="2866"/>
                    <a:pt x="1844" y="3450"/>
                  </a:cubicBezTo>
                  <a:cubicBezTo>
                    <a:pt x="2264" y="3834"/>
                    <a:pt x="2684" y="4217"/>
                    <a:pt x="3140" y="4582"/>
                  </a:cubicBezTo>
                  <a:cubicBezTo>
                    <a:pt x="3515" y="4894"/>
                    <a:pt x="3889" y="5153"/>
                    <a:pt x="4378" y="5153"/>
                  </a:cubicBezTo>
                  <a:cubicBezTo>
                    <a:pt x="4461" y="5153"/>
                    <a:pt x="4547" y="5146"/>
                    <a:pt x="4637" y="5130"/>
                  </a:cubicBezTo>
                  <a:cubicBezTo>
                    <a:pt x="5459" y="5002"/>
                    <a:pt x="5787" y="4180"/>
                    <a:pt x="5495" y="3469"/>
                  </a:cubicBezTo>
                  <a:cubicBezTo>
                    <a:pt x="5404" y="3231"/>
                    <a:pt x="5240" y="3012"/>
                    <a:pt x="5039" y="2866"/>
                  </a:cubicBezTo>
                  <a:cubicBezTo>
                    <a:pt x="4856" y="2720"/>
                    <a:pt x="4674" y="2592"/>
                    <a:pt x="4509" y="2446"/>
                  </a:cubicBezTo>
                  <a:lnTo>
                    <a:pt x="1826" y="274"/>
                  </a:lnTo>
                  <a:lnTo>
                    <a:pt x="1497" y="0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3844;p115"/>
            <p:cNvSpPr/>
            <p:nvPr/>
          </p:nvSpPr>
          <p:spPr>
            <a:xfrm>
              <a:off x="5926320" y="2132640"/>
              <a:ext cx="357840" cy="3301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30120"/>
                <a:gd name="textAreaBottom" fmla="*/ 330480 h 330120"/>
              </a:gdLst>
              <a:ahLst/>
              <a:cxnLst/>
              <a:rect l="textAreaLeft" t="textAreaTop" r="textAreaRight" b="textAreaBottom"/>
              <a:pathLst>
                <a:path w="5241" h="4837">
                  <a:moveTo>
                    <a:pt x="804" y="1"/>
                  </a:moveTo>
                  <a:cubicBezTo>
                    <a:pt x="627" y="1"/>
                    <a:pt x="603" y="347"/>
                    <a:pt x="603" y="347"/>
                  </a:cubicBezTo>
                  <a:cubicBezTo>
                    <a:pt x="256" y="365"/>
                    <a:pt x="438" y="803"/>
                    <a:pt x="438" y="803"/>
                  </a:cubicBezTo>
                  <a:cubicBezTo>
                    <a:pt x="110" y="949"/>
                    <a:pt x="365" y="1424"/>
                    <a:pt x="365" y="1424"/>
                  </a:cubicBezTo>
                  <a:cubicBezTo>
                    <a:pt x="365" y="1424"/>
                    <a:pt x="0" y="1625"/>
                    <a:pt x="822" y="2683"/>
                  </a:cubicBezTo>
                  <a:cubicBezTo>
                    <a:pt x="1315" y="3304"/>
                    <a:pt x="1862" y="3870"/>
                    <a:pt x="2428" y="4399"/>
                  </a:cubicBezTo>
                  <a:cubicBezTo>
                    <a:pt x="2715" y="4708"/>
                    <a:pt x="3044" y="4837"/>
                    <a:pt x="3361" y="4837"/>
                  </a:cubicBezTo>
                  <a:cubicBezTo>
                    <a:pt x="4358" y="4837"/>
                    <a:pt x="5241" y="3566"/>
                    <a:pt x="4327" y="2610"/>
                  </a:cubicBezTo>
                  <a:cubicBezTo>
                    <a:pt x="3962" y="2081"/>
                    <a:pt x="3578" y="1588"/>
                    <a:pt x="3158" y="1113"/>
                  </a:cubicBezTo>
                  <a:cubicBezTo>
                    <a:pt x="3004" y="959"/>
                    <a:pt x="2721" y="749"/>
                    <a:pt x="2569" y="749"/>
                  </a:cubicBezTo>
                  <a:cubicBezTo>
                    <a:pt x="2506" y="749"/>
                    <a:pt x="2465" y="785"/>
                    <a:pt x="2465" y="876"/>
                  </a:cubicBezTo>
                  <a:cubicBezTo>
                    <a:pt x="2465" y="1186"/>
                    <a:pt x="2958" y="1643"/>
                    <a:pt x="2720" y="1661"/>
                  </a:cubicBezTo>
                  <a:cubicBezTo>
                    <a:pt x="2715" y="1662"/>
                    <a:pt x="2709" y="1662"/>
                    <a:pt x="2702" y="1662"/>
                  </a:cubicBezTo>
                  <a:cubicBezTo>
                    <a:pt x="2443" y="1662"/>
                    <a:pt x="1632" y="952"/>
                    <a:pt x="1187" y="329"/>
                  </a:cubicBezTo>
                  <a:cubicBezTo>
                    <a:pt x="1013" y="83"/>
                    <a:pt x="891" y="1"/>
                    <a:pt x="80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4" name="Google Shape;3845;p115"/>
            <p:cNvSpPr/>
            <p:nvPr/>
          </p:nvSpPr>
          <p:spPr>
            <a:xfrm>
              <a:off x="5962320" y="2151000"/>
              <a:ext cx="76320" cy="932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1125" h="1372">
                  <a:moveTo>
                    <a:pt x="91" y="0"/>
                  </a:moveTo>
                  <a:cubicBezTo>
                    <a:pt x="48" y="0"/>
                    <a:pt x="0" y="32"/>
                    <a:pt x="23" y="77"/>
                  </a:cubicBezTo>
                  <a:cubicBezTo>
                    <a:pt x="114" y="332"/>
                    <a:pt x="260" y="570"/>
                    <a:pt x="443" y="789"/>
                  </a:cubicBezTo>
                  <a:cubicBezTo>
                    <a:pt x="607" y="990"/>
                    <a:pt x="790" y="1172"/>
                    <a:pt x="972" y="1355"/>
                  </a:cubicBezTo>
                  <a:cubicBezTo>
                    <a:pt x="988" y="1366"/>
                    <a:pt x="1004" y="1371"/>
                    <a:pt x="1020" y="1371"/>
                  </a:cubicBezTo>
                  <a:cubicBezTo>
                    <a:pt x="1078" y="1371"/>
                    <a:pt x="1125" y="1303"/>
                    <a:pt x="1082" y="1245"/>
                  </a:cubicBezTo>
                  <a:cubicBezTo>
                    <a:pt x="899" y="1081"/>
                    <a:pt x="717" y="898"/>
                    <a:pt x="571" y="716"/>
                  </a:cubicBezTo>
                  <a:cubicBezTo>
                    <a:pt x="388" y="515"/>
                    <a:pt x="242" y="296"/>
                    <a:pt x="151" y="40"/>
                  </a:cubicBezTo>
                  <a:cubicBezTo>
                    <a:pt x="144" y="12"/>
                    <a:pt x="118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5" name="Google Shape;3846;p115"/>
            <p:cNvSpPr/>
            <p:nvPr/>
          </p:nvSpPr>
          <p:spPr>
            <a:xfrm>
              <a:off x="5948280" y="2183400"/>
              <a:ext cx="73800" cy="83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1088" h="1225">
                  <a:moveTo>
                    <a:pt x="104" y="1"/>
                  </a:moveTo>
                  <a:cubicBezTo>
                    <a:pt x="56" y="1"/>
                    <a:pt x="1" y="61"/>
                    <a:pt x="26" y="112"/>
                  </a:cubicBezTo>
                  <a:cubicBezTo>
                    <a:pt x="245" y="532"/>
                    <a:pt x="556" y="915"/>
                    <a:pt x="921" y="1207"/>
                  </a:cubicBezTo>
                  <a:cubicBezTo>
                    <a:pt x="937" y="1219"/>
                    <a:pt x="954" y="1224"/>
                    <a:pt x="971" y="1224"/>
                  </a:cubicBezTo>
                  <a:cubicBezTo>
                    <a:pt x="1033" y="1224"/>
                    <a:pt x="1087" y="1159"/>
                    <a:pt x="1030" y="1116"/>
                  </a:cubicBezTo>
                  <a:cubicBezTo>
                    <a:pt x="665" y="824"/>
                    <a:pt x="373" y="440"/>
                    <a:pt x="154" y="39"/>
                  </a:cubicBezTo>
                  <a:cubicBezTo>
                    <a:pt x="143" y="12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760" bIns="41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6" name="Google Shape;3847;p115"/>
            <p:cNvSpPr/>
            <p:nvPr/>
          </p:nvSpPr>
          <p:spPr>
            <a:xfrm>
              <a:off x="5945040" y="2223000"/>
              <a:ext cx="58320" cy="662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861" h="975">
                  <a:moveTo>
                    <a:pt x="69" y="1"/>
                  </a:moveTo>
                  <a:cubicBezTo>
                    <a:pt x="58" y="1"/>
                    <a:pt x="47" y="3"/>
                    <a:pt x="37" y="9"/>
                  </a:cubicBezTo>
                  <a:cubicBezTo>
                    <a:pt x="0" y="27"/>
                    <a:pt x="0" y="82"/>
                    <a:pt x="18" y="100"/>
                  </a:cubicBezTo>
                  <a:cubicBezTo>
                    <a:pt x="91" y="264"/>
                    <a:pt x="183" y="410"/>
                    <a:pt x="292" y="556"/>
                  </a:cubicBezTo>
                  <a:cubicBezTo>
                    <a:pt x="420" y="702"/>
                    <a:pt x="566" y="830"/>
                    <a:pt x="694" y="958"/>
                  </a:cubicBezTo>
                  <a:cubicBezTo>
                    <a:pt x="709" y="969"/>
                    <a:pt x="727" y="975"/>
                    <a:pt x="743" y="975"/>
                  </a:cubicBezTo>
                  <a:cubicBezTo>
                    <a:pt x="805" y="975"/>
                    <a:pt x="861" y="906"/>
                    <a:pt x="803" y="848"/>
                  </a:cubicBezTo>
                  <a:cubicBezTo>
                    <a:pt x="657" y="739"/>
                    <a:pt x="530" y="593"/>
                    <a:pt x="402" y="465"/>
                  </a:cubicBezTo>
                  <a:cubicBezTo>
                    <a:pt x="292" y="337"/>
                    <a:pt x="201" y="191"/>
                    <a:pt x="146" y="27"/>
                  </a:cubicBezTo>
                  <a:cubicBezTo>
                    <a:pt x="120" y="14"/>
                    <a:pt x="95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120" bIns="33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7" name="Google Shape;3848;p115"/>
            <p:cNvSpPr/>
            <p:nvPr/>
          </p:nvSpPr>
          <p:spPr>
            <a:xfrm>
              <a:off x="5463720" y="2320920"/>
              <a:ext cx="456120" cy="244800"/>
            </a:xfrm>
            <a:custGeom>
              <a:avLst/>
              <a:gdLst>
                <a:gd name="textAreaLeft" fmla="*/ 0 w 456120"/>
                <a:gd name="textAreaRight" fmla="*/ 456480 w 456120"/>
                <a:gd name="textAreaTop" fmla="*/ 0 h 244800"/>
                <a:gd name="textAreaBottom" fmla="*/ 245160 h 244800"/>
              </a:gdLst>
              <a:ahLst/>
              <a:cxnLst/>
              <a:rect l="textAreaLeft" t="textAreaTop" r="textAreaRight" b="textAreaBottom"/>
              <a:pathLst>
                <a:path w="6683" h="3591">
                  <a:moveTo>
                    <a:pt x="6189" y="0"/>
                  </a:moveTo>
                  <a:cubicBezTo>
                    <a:pt x="5313" y="165"/>
                    <a:pt x="4437" y="311"/>
                    <a:pt x="3560" y="493"/>
                  </a:cubicBezTo>
                  <a:cubicBezTo>
                    <a:pt x="2976" y="603"/>
                    <a:pt x="2392" y="712"/>
                    <a:pt x="1808" y="858"/>
                  </a:cubicBezTo>
                  <a:cubicBezTo>
                    <a:pt x="1224" y="1004"/>
                    <a:pt x="694" y="1205"/>
                    <a:pt x="384" y="1789"/>
                  </a:cubicBezTo>
                  <a:cubicBezTo>
                    <a:pt x="1" y="2556"/>
                    <a:pt x="494" y="3341"/>
                    <a:pt x="1279" y="3542"/>
                  </a:cubicBezTo>
                  <a:cubicBezTo>
                    <a:pt x="1397" y="3576"/>
                    <a:pt x="1520" y="3590"/>
                    <a:pt x="1643" y="3590"/>
                  </a:cubicBezTo>
                  <a:cubicBezTo>
                    <a:pt x="1785" y="3590"/>
                    <a:pt x="1927" y="3571"/>
                    <a:pt x="2064" y="3542"/>
                  </a:cubicBezTo>
                  <a:cubicBezTo>
                    <a:pt x="2301" y="3487"/>
                    <a:pt x="2520" y="3396"/>
                    <a:pt x="2757" y="3341"/>
                  </a:cubicBezTo>
                  <a:lnTo>
                    <a:pt x="6244" y="2428"/>
                  </a:lnTo>
                  <a:lnTo>
                    <a:pt x="6682" y="2319"/>
                  </a:lnTo>
                  <a:lnTo>
                    <a:pt x="6189" y="0"/>
                  </a:lnTo>
                  <a:close/>
                </a:path>
              </a:pathLst>
            </a:custGeom>
            <a:solidFill>
              <a:srgbClr val="83564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8" name="Google Shape;3849;p115"/>
            <p:cNvSpPr/>
            <p:nvPr/>
          </p:nvSpPr>
          <p:spPr>
            <a:xfrm>
              <a:off x="5784840" y="2245320"/>
              <a:ext cx="328320" cy="234720"/>
            </a:xfrm>
            <a:custGeom>
              <a:avLst/>
              <a:gdLst>
                <a:gd name="textAreaLeft" fmla="*/ 0 w 328320"/>
                <a:gd name="textAreaRight" fmla="*/ 328680 w 328320"/>
                <a:gd name="textAreaTop" fmla="*/ 0 h 234720"/>
                <a:gd name="textAreaBottom" fmla="*/ 235080 h 234720"/>
              </a:gdLst>
              <a:ahLst/>
              <a:cxnLst/>
              <a:rect l="textAreaLeft" t="textAreaTop" r="textAreaRight" b="textAreaBottom"/>
              <a:pathLst>
                <a:path w="4813" h="3440">
                  <a:moveTo>
                    <a:pt x="4419" y="0"/>
                  </a:moveTo>
                  <a:cubicBezTo>
                    <a:pt x="4349" y="0"/>
                    <a:pt x="4243" y="51"/>
                    <a:pt x="4082" y="191"/>
                  </a:cubicBezTo>
                  <a:cubicBezTo>
                    <a:pt x="3612" y="594"/>
                    <a:pt x="2848" y="966"/>
                    <a:pt x="2587" y="966"/>
                  </a:cubicBezTo>
                  <a:cubicBezTo>
                    <a:pt x="2564" y="966"/>
                    <a:pt x="2545" y="963"/>
                    <a:pt x="2531" y="957"/>
                  </a:cubicBezTo>
                  <a:cubicBezTo>
                    <a:pt x="2348" y="884"/>
                    <a:pt x="2841" y="629"/>
                    <a:pt x="2914" y="373"/>
                  </a:cubicBezTo>
                  <a:cubicBezTo>
                    <a:pt x="2935" y="275"/>
                    <a:pt x="2878" y="239"/>
                    <a:pt x="2787" y="239"/>
                  </a:cubicBezTo>
                  <a:cubicBezTo>
                    <a:pt x="2641" y="239"/>
                    <a:pt x="2410" y="331"/>
                    <a:pt x="2275" y="410"/>
                  </a:cubicBezTo>
                  <a:cubicBezTo>
                    <a:pt x="1837" y="720"/>
                    <a:pt x="1399" y="1049"/>
                    <a:pt x="997" y="1396"/>
                  </a:cubicBezTo>
                  <a:cubicBezTo>
                    <a:pt x="1" y="2070"/>
                    <a:pt x="626" y="3440"/>
                    <a:pt x="1588" y="3440"/>
                  </a:cubicBezTo>
                  <a:cubicBezTo>
                    <a:pt x="1771" y="3440"/>
                    <a:pt x="1967" y="3390"/>
                    <a:pt x="2166" y="3276"/>
                  </a:cubicBezTo>
                  <a:cubicBezTo>
                    <a:pt x="2750" y="2965"/>
                    <a:pt x="3316" y="2619"/>
                    <a:pt x="3845" y="2217"/>
                  </a:cubicBezTo>
                  <a:cubicBezTo>
                    <a:pt x="4758" y="1542"/>
                    <a:pt x="4502" y="1268"/>
                    <a:pt x="4502" y="1268"/>
                  </a:cubicBezTo>
                  <a:cubicBezTo>
                    <a:pt x="4502" y="1268"/>
                    <a:pt x="4813" y="939"/>
                    <a:pt x="4575" y="738"/>
                  </a:cubicBezTo>
                  <a:cubicBezTo>
                    <a:pt x="4575" y="738"/>
                    <a:pt x="4813" y="428"/>
                    <a:pt x="4539" y="318"/>
                  </a:cubicBezTo>
                  <a:cubicBezTo>
                    <a:pt x="4539" y="318"/>
                    <a:pt x="4595" y="0"/>
                    <a:pt x="441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3850;p115"/>
            <p:cNvSpPr/>
            <p:nvPr/>
          </p:nvSpPr>
          <p:spPr>
            <a:xfrm>
              <a:off x="6017040" y="2263680"/>
              <a:ext cx="82800" cy="633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216" h="934">
                  <a:moveTo>
                    <a:pt x="1132" y="0"/>
                  </a:moveTo>
                  <a:cubicBezTo>
                    <a:pt x="1115" y="0"/>
                    <a:pt x="1097" y="9"/>
                    <a:pt x="1086" y="31"/>
                  </a:cubicBezTo>
                  <a:cubicBezTo>
                    <a:pt x="958" y="214"/>
                    <a:pt x="794" y="360"/>
                    <a:pt x="611" y="488"/>
                  </a:cubicBezTo>
                  <a:cubicBezTo>
                    <a:pt x="429" y="615"/>
                    <a:pt x="246" y="725"/>
                    <a:pt x="64" y="816"/>
                  </a:cubicBezTo>
                  <a:cubicBezTo>
                    <a:pt x="1" y="848"/>
                    <a:pt x="46" y="933"/>
                    <a:pt x="95" y="933"/>
                  </a:cubicBezTo>
                  <a:cubicBezTo>
                    <a:pt x="103" y="933"/>
                    <a:pt x="111" y="931"/>
                    <a:pt x="118" y="926"/>
                  </a:cubicBezTo>
                  <a:cubicBezTo>
                    <a:pt x="319" y="816"/>
                    <a:pt x="502" y="707"/>
                    <a:pt x="684" y="579"/>
                  </a:cubicBezTo>
                  <a:cubicBezTo>
                    <a:pt x="885" y="433"/>
                    <a:pt x="1049" y="269"/>
                    <a:pt x="1177" y="86"/>
                  </a:cubicBezTo>
                  <a:cubicBezTo>
                    <a:pt x="1216" y="48"/>
                    <a:pt x="1174" y="0"/>
                    <a:pt x="1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3851;p115"/>
            <p:cNvSpPr/>
            <p:nvPr/>
          </p:nvSpPr>
          <p:spPr>
            <a:xfrm>
              <a:off x="6027120" y="2292840"/>
              <a:ext cx="76320" cy="558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1125" h="822">
                  <a:moveTo>
                    <a:pt x="1041" y="1"/>
                  </a:moveTo>
                  <a:cubicBezTo>
                    <a:pt x="1024" y="1"/>
                    <a:pt x="1007" y="9"/>
                    <a:pt x="993" y="28"/>
                  </a:cubicBezTo>
                  <a:cubicBezTo>
                    <a:pt x="737" y="320"/>
                    <a:pt x="409" y="557"/>
                    <a:pt x="62" y="722"/>
                  </a:cubicBezTo>
                  <a:cubicBezTo>
                    <a:pt x="1" y="752"/>
                    <a:pt x="42" y="822"/>
                    <a:pt x="89" y="822"/>
                  </a:cubicBezTo>
                  <a:cubicBezTo>
                    <a:pt x="98" y="822"/>
                    <a:pt x="108" y="819"/>
                    <a:pt x="117" y="813"/>
                  </a:cubicBezTo>
                  <a:cubicBezTo>
                    <a:pt x="482" y="649"/>
                    <a:pt x="810" y="411"/>
                    <a:pt x="1084" y="101"/>
                  </a:cubicBezTo>
                  <a:cubicBezTo>
                    <a:pt x="1124" y="61"/>
                    <a:pt x="1086" y="1"/>
                    <a:pt x="10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3852;p115"/>
            <p:cNvSpPr/>
            <p:nvPr/>
          </p:nvSpPr>
          <p:spPr>
            <a:xfrm>
              <a:off x="6037200" y="2326320"/>
              <a:ext cx="61560" cy="4464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906" h="658">
                  <a:moveTo>
                    <a:pt x="829" y="1"/>
                  </a:moveTo>
                  <a:cubicBezTo>
                    <a:pt x="815" y="1"/>
                    <a:pt x="802" y="9"/>
                    <a:pt x="792" y="28"/>
                  </a:cubicBezTo>
                  <a:cubicBezTo>
                    <a:pt x="701" y="137"/>
                    <a:pt x="591" y="229"/>
                    <a:pt x="482" y="320"/>
                  </a:cubicBezTo>
                  <a:cubicBezTo>
                    <a:pt x="336" y="411"/>
                    <a:pt x="208" y="484"/>
                    <a:pt x="62" y="557"/>
                  </a:cubicBezTo>
                  <a:cubicBezTo>
                    <a:pt x="1" y="588"/>
                    <a:pt x="42" y="657"/>
                    <a:pt x="89" y="657"/>
                  </a:cubicBezTo>
                  <a:cubicBezTo>
                    <a:pt x="98" y="657"/>
                    <a:pt x="108" y="655"/>
                    <a:pt x="117" y="649"/>
                  </a:cubicBezTo>
                  <a:cubicBezTo>
                    <a:pt x="263" y="576"/>
                    <a:pt x="409" y="503"/>
                    <a:pt x="536" y="411"/>
                  </a:cubicBezTo>
                  <a:cubicBezTo>
                    <a:pt x="664" y="320"/>
                    <a:pt x="774" y="211"/>
                    <a:pt x="865" y="101"/>
                  </a:cubicBezTo>
                  <a:cubicBezTo>
                    <a:pt x="905" y="61"/>
                    <a:pt x="867" y="1"/>
                    <a:pt x="82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3853;p115"/>
            <p:cNvSpPr/>
            <p:nvPr/>
          </p:nvSpPr>
          <p:spPr>
            <a:xfrm>
              <a:off x="5901480" y="2918160"/>
              <a:ext cx="187920" cy="81144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811440"/>
                <a:gd name="textAreaBottom" fmla="*/ 811800 h 811440"/>
              </a:gdLst>
              <a:ahLst/>
              <a:cxnLst/>
              <a:rect l="textAreaLeft" t="textAreaTop" r="textAreaRight" b="textAreaBottom"/>
              <a:pathLst>
                <a:path w="2757" h="11885" fill="none">
                  <a:moveTo>
                    <a:pt x="2757" y="1"/>
                  </a:moveTo>
                  <a:lnTo>
                    <a:pt x="0" y="11885"/>
                  </a:lnTo>
                </a:path>
              </a:pathLst>
            </a:custGeom>
            <a:noFill/>
            <a:ln w="5475">
              <a:solidFill>
                <a:srgbClr val="1E1F35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3" name="Google Shape;3854;p115"/>
          <p:cNvGrpSpPr/>
          <p:nvPr/>
        </p:nvGrpSpPr>
        <p:grpSpPr>
          <a:xfrm>
            <a:off x="6931440" y="1364040"/>
            <a:ext cx="1070280" cy="3240000"/>
            <a:chOff x="6931440" y="1364040"/>
            <a:chExt cx="1070280" cy="3240000"/>
          </a:xfrm>
        </p:grpSpPr>
        <p:sp>
          <p:nvSpPr>
            <p:cNvPr id="874" name="Google Shape;3855;p115"/>
            <p:cNvSpPr/>
            <p:nvPr/>
          </p:nvSpPr>
          <p:spPr>
            <a:xfrm>
              <a:off x="7385040" y="1685880"/>
              <a:ext cx="204840" cy="198360"/>
            </a:xfrm>
            <a:custGeom>
              <a:avLst/>
              <a:gdLst>
                <a:gd name="textAreaLeft" fmla="*/ 0 w 204840"/>
                <a:gd name="textAreaRight" fmla="*/ 205200 w 2048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2849" h="2757">
                  <a:moveTo>
                    <a:pt x="2429" y="0"/>
                  </a:moveTo>
                  <a:lnTo>
                    <a:pt x="476" y="73"/>
                  </a:lnTo>
                  <a:lnTo>
                    <a:pt x="275" y="1424"/>
                  </a:lnTo>
                  <a:lnTo>
                    <a:pt x="1" y="1862"/>
                  </a:lnTo>
                  <a:lnTo>
                    <a:pt x="969" y="2757"/>
                  </a:lnTo>
                  <a:cubicBezTo>
                    <a:pt x="969" y="2757"/>
                    <a:pt x="2849" y="2355"/>
                    <a:pt x="2794" y="1735"/>
                  </a:cubicBezTo>
                  <a:cubicBezTo>
                    <a:pt x="2684" y="1242"/>
                    <a:pt x="2447" y="895"/>
                    <a:pt x="2429" y="493"/>
                  </a:cubicBezTo>
                  <a:cubicBezTo>
                    <a:pt x="2411" y="329"/>
                    <a:pt x="2411" y="165"/>
                    <a:pt x="2429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3856;p115"/>
            <p:cNvSpPr/>
            <p:nvPr/>
          </p:nvSpPr>
          <p:spPr>
            <a:xfrm>
              <a:off x="7395840" y="1685880"/>
              <a:ext cx="170640" cy="12708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2374" h="1768">
                  <a:moveTo>
                    <a:pt x="2282" y="0"/>
                  </a:moveTo>
                  <a:lnTo>
                    <a:pt x="329" y="73"/>
                  </a:lnTo>
                  <a:lnTo>
                    <a:pt x="128" y="1424"/>
                  </a:lnTo>
                  <a:lnTo>
                    <a:pt x="0" y="1625"/>
                  </a:lnTo>
                  <a:cubicBezTo>
                    <a:pt x="234" y="1721"/>
                    <a:pt x="481" y="1767"/>
                    <a:pt x="726" y="1767"/>
                  </a:cubicBezTo>
                  <a:cubicBezTo>
                    <a:pt x="901" y="1767"/>
                    <a:pt x="1074" y="1744"/>
                    <a:pt x="1241" y="1698"/>
                  </a:cubicBezTo>
                  <a:cubicBezTo>
                    <a:pt x="1698" y="1589"/>
                    <a:pt x="2099" y="1333"/>
                    <a:pt x="2373" y="968"/>
                  </a:cubicBezTo>
                  <a:cubicBezTo>
                    <a:pt x="2318" y="822"/>
                    <a:pt x="2282" y="658"/>
                    <a:pt x="2264" y="512"/>
                  </a:cubicBezTo>
                  <a:cubicBezTo>
                    <a:pt x="2245" y="347"/>
                    <a:pt x="2264" y="165"/>
                    <a:pt x="2282" y="0"/>
                  </a:cubicBezTo>
                  <a:close/>
                </a:path>
              </a:pathLst>
            </a:custGeom>
            <a:solidFill>
              <a:srgbClr val="DB796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720" bIns="63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3857;p115"/>
            <p:cNvSpPr/>
            <p:nvPr/>
          </p:nvSpPr>
          <p:spPr>
            <a:xfrm>
              <a:off x="7329960" y="1422720"/>
              <a:ext cx="285120" cy="349200"/>
            </a:xfrm>
            <a:custGeom>
              <a:avLst/>
              <a:gdLst>
                <a:gd name="textAreaLeft" fmla="*/ 0 w 285120"/>
                <a:gd name="textAreaRight" fmla="*/ 285480 w 285120"/>
                <a:gd name="textAreaTop" fmla="*/ 0 h 349200"/>
                <a:gd name="textAreaBottom" fmla="*/ 349560 h 349200"/>
              </a:gdLst>
              <a:ahLst/>
              <a:cxnLst/>
              <a:rect l="textAreaLeft" t="textAreaTop" r="textAreaRight" b="textAreaBottom"/>
              <a:pathLst>
                <a:path w="3962" h="4851">
                  <a:moveTo>
                    <a:pt x="1616" y="1"/>
                  </a:moveTo>
                  <a:cubicBezTo>
                    <a:pt x="826" y="1"/>
                    <a:pt x="536" y="406"/>
                    <a:pt x="347" y="771"/>
                  </a:cubicBezTo>
                  <a:cubicBezTo>
                    <a:pt x="183" y="1118"/>
                    <a:pt x="0" y="2432"/>
                    <a:pt x="92" y="3345"/>
                  </a:cubicBezTo>
                  <a:cubicBezTo>
                    <a:pt x="128" y="3801"/>
                    <a:pt x="311" y="4769"/>
                    <a:pt x="712" y="4842"/>
                  </a:cubicBezTo>
                  <a:cubicBezTo>
                    <a:pt x="743" y="4848"/>
                    <a:pt x="781" y="4850"/>
                    <a:pt x="826" y="4850"/>
                  </a:cubicBezTo>
                  <a:cubicBezTo>
                    <a:pt x="1374" y="4850"/>
                    <a:pt x="2916" y="4431"/>
                    <a:pt x="3304" y="3418"/>
                  </a:cubicBezTo>
                  <a:cubicBezTo>
                    <a:pt x="3578" y="3217"/>
                    <a:pt x="3962" y="2743"/>
                    <a:pt x="3834" y="2323"/>
                  </a:cubicBezTo>
                  <a:cubicBezTo>
                    <a:pt x="3779" y="2140"/>
                    <a:pt x="3706" y="2067"/>
                    <a:pt x="3651" y="2049"/>
                  </a:cubicBezTo>
                  <a:cubicBezTo>
                    <a:pt x="3852" y="1118"/>
                    <a:pt x="3834" y="497"/>
                    <a:pt x="2647" y="169"/>
                  </a:cubicBezTo>
                  <a:cubicBezTo>
                    <a:pt x="2231" y="50"/>
                    <a:pt x="1893" y="1"/>
                    <a:pt x="1616" y="1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3858;p115"/>
            <p:cNvSpPr/>
            <p:nvPr/>
          </p:nvSpPr>
          <p:spPr>
            <a:xfrm>
              <a:off x="7537680" y="1499400"/>
              <a:ext cx="69480" cy="10224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969" h="1425">
                  <a:moveTo>
                    <a:pt x="968" y="0"/>
                  </a:moveTo>
                  <a:lnTo>
                    <a:pt x="1" y="110"/>
                  </a:lnTo>
                  <a:cubicBezTo>
                    <a:pt x="238" y="548"/>
                    <a:pt x="183" y="1424"/>
                    <a:pt x="183" y="1424"/>
                  </a:cubicBezTo>
                  <a:lnTo>
                    <a:pt x="329" y="1351"/>
                  </a:lnTo>
                  <a:lnTo>
                    <a:pt x="767" y="98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3859;p115"/>
            <p:cNvSpPr/>
            <p:nvPr/>
          </p:nvSpPr>
          <p:spPr>
            <a:xfrm>
              <a:off x="7305120" y="1364040"/>
              <a:ext cx="324720" cy="191520"/>
            </a:xfrm>
            <a:custGeom>
              <a:avLst/>
              <a:gdLst>
                <a:gd name="textAreaLeft" fmla="*/ 0 w 324720"/>
                <a:gd name="textAreaRight" fmla="*/ 325080 w 324720"/>
                <a:gd name="textAreaTop" fmla="*/ 0 h 191520"/>
                <a:gd name="textAreaBottom" fmla="*/ 191880 h 191520"/>
              </a:gdLst>
              <a:ahLst/>
              <a:cxnLst/>
              <a:rect l="textAreaLeft" t="textAreaTop" r="textAreaRight" b="textAreaBottom"/>
              <a:pathLst>
                <a:path w="4510" h="2662">
                  <a:moveTo>
                    <a:pt x="2323" y="1"/>
                  </a:moveTo>
                  <a:cubicBezTo>
                    <a:pt x="1924" y="1"/>
                    <a:pt x="1529" y="137"/>
                    <a:pt x="1205" y="398"/>
                  </a:cubicBezTo>
                  <a:lnTo>
                    <a:pt x="566" y="890"/>
                  </a:lnTo>
                  <a:cubicBezTo>
                    <a:pt x="311" y="1109"/>
                    <a:pt x="128" y="1402"/>
                    <a:pt x="92" y="1730"/>
                  </a:cubicBezTo>
                  <a:lnTo>
                    <a:pt x="37" y="2114"/>
                  </a:lnTo>
                  <a:cubicBezTo>
                    <a:pt x="0" y="2296"/>
                    <a:pt x="92" y="2497"/>
                    <a:pt x="256" y="2606"/>
                  </a:cubicBezTo>
                  <a:lnTo>
                    <a:pt x="366" y="2661"/>
                  </a:lnTo>
                  <a:cubicBezTo>
                    <a:pt x="881" y="2330"/>
                    <a:pt x="1466" y="2189"/>
                    <a:pt x="2092" y="2189"/>
                  </a:cubicBezTo>
                  <a:cubicBezTo>
                    <a:pt x="2708" y="2189"/>
                    <a:pt x="3365" y="2325"/>
                    <a:pt x="4035" y="2552"/>
                  </a:cubicBezTo>
                  <a:lnTo>
                    <a:pt x="4017" y="2570"/>
                  </a:lnTo>
                  <a:cubicBezTo>
                    <a:pt x="4144" y="2460"/>
                    <a:pt x="4254" y="2333"/>
                    <a:pt x="4309" y="2187"/>
                  </a:cubicBezTo>
                  <a:lnTo>
                    <a:pt x="4418" y="1931"/>
                  </a:lnTo>
                  <a:cubicBezTo>
                    <a:pt x="4491" y="1748"/>
                    <a:pt x="4509" y="1566"/>
                    <a:pt x="4473" y="1383"/>
                  </a:cubicBezTo>
                  <a:cubicBezTo>
                    <a:pt x="4436" y="1091"/>
                    <a:pt x="4254" y="836"/>
                    <a:pt x="3998" y="690"/>
                  </a:cubicBezTo>
                  <a:lnTo>
                    <a:pt x="3195" y="233"/>
                  </a:lnTo>
                  <a:cubicBezTo>
                    <a:pt x="2922" y="77"/>
                    <a:pt x="2621" y="1"/>
                    <a:pt x="23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3860;p115"/>
            <p:cNvSpPr/>
            <p:nvPr/>
          </p:nvSpPr>
          <p:spPr>
            <a:xfrm>
              <a:off x="7432560" y="1395360"/>
              <a:ext cx="135000" cy="11376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1881" h="1584">
                  <a:moveTo>
                    <a:pt x="201" y="0"/>
                  </a:moveTo>
                  <a:lnTo>
                    <a:pt x="201" y="0"/>
                  </a:lnTo>
                  <a:cubicBezTo>
                    <a:pt x="110" y="55"/>
                    <a:pt x="55" y="146"/>
                    <a:pt x="37" y="256"/>
                  </a:cubicBezTo>
                  <a:cubicBezTo>
                    <a:pt x="0" y="383"/>
                    <a:pt x="18" y="511"/>
                    <a:pt x="55" y="621"/>
                  </a:cubicBezTo>
                  <a:cubicBezTo>
                    <a:pt x="110" y="730"/>
                    <a:pt x="183" y="840"/>
                    <a:pt x="274" y="931"/>
                  </a:cubicBezTo>
                  <a:cubicBezTo>
                    <a:pt x="365" y="1022"/>
                    <a:pt x="457" y="1114"/>
                    <a:pt x="548" y="1187"/>
                  </a:cubicBezTo>
                  <a:cubicBezTo>
                    <a:pt x="767" y="1333"/>
                    <a:pt x="986" y="1442"/>
                    <a:pt x="1223" y="1515"/>
                  </a:cubicBezTo>
                  <a:cubicBezTo>
                    <a:pt x="1333" y="1533"/>
                    <a:pt x="1442" y="1552"/>
                    <a:pt x="1570" y="1570"/>
                  </a:cubicBezTo>
                  <a:cubicBezTo>
                    <a:pt x="1616" y="1579"/>
                    <a:pt x="1666" y="1584"/>
                    <a:pt x="1718" y="1584"/>
                  </a:cubicBezTo>
                  <a:cubicBezTo>
                    <a:pt x="1771" y="1584"/>
                    <a:pt x="1826" y="1579"/>
                    <a:pt x="1880" y="1570"/>
                  </a:cubicBezTo>
                  <a:cubicBezTo>
                    <a:pt x="1789" y="1552"/>
                    <a:pt x="1680" y="1533"/>
                    <a:pt x="1588" y="1497"/>
                  </a:cubicBezTo>
                  <a:cubicBezTo>
                    <a:pt x="1479" y="1460"/>
                    <a:pt x="1388" y="1424"/>
                    <a:pt x="1278" y="1387"/>
                  </a:cubicBezTo>
                  <a:cubicBezTo>
                    <a:pt x="1059" y="1296"/>
                    <a:pt x="858" y="1168"/>
                    <a:pt x="657" y="1041"/>
                  </a:cubicBezTo>
                  <a:cubicBezTo>
                    <a:pt x="475" y="913"/>
                    <a:pt x="311" y="749"/>
                    <a:pt x="183" y="566"/>
                  </a:cubicBezTo>
                  <a:cubicBezTo>
                    <a:pt x="73" y="383"/>
                    <a:pt x="91" y="164"/>
                    <a:pt x="20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3861;p115"/>
            <p:cNvSpPr/>
            <p:nvPr/>
          </p:nvSpPr>
          <p:spPr>
            <a:xfrm>
              <a:off x="7472160" y="1447920"/>
              <a:ext cx="111600" cy="28080"/>
            </a:xfrm>
            <a:custGeom>
              <a:avLst/>
              <a:gdLst>
                <a:gd name="textAreaLeft" fmla="*/ 0 w 111600"/>
                <a:gd name="textAreaRight" fmla="*/ 111960 w 11160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553" h="395">
                  <a:moveTo>
                    <a:pt x="1" y="0"/>
                  </a:moveTo>
                  <a:lnTo>
                    <a:pt x="1" y="0"/>
                  </a:lnTo>
                  <a:cubicBezTo>
                    <a:pt x="347" y="260"/>
                    <a:pt x="773" y="394"/>
                    <a:pt x="1206" y="394"/>
                  </a:cubicBezTo>
                  <a:cubicBezTo>
                    <a:pt x="1321" y="394"/>
                    <a:pt x="1437" y="385"/>
                    <a:pt x="1553" y="365"/>
                  </a:cubicBezTo>
                  <a:cubicBezTo>
                    <a:pt x="1023" y="311"/>
                    <a:pt x="494" y="18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3862;p115"/>
            <p:cNvSpPr/>
            <p:nvPr/>
          </p:nvSpPr>
          <p:spPr>
            <a:xfrm>
              <a:off x="7324560" y="1445400"/>
              <a:ext cx="51120" cy="734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713" h="1024">
                  <a:moveTo>
                    <a:pt x="712" y="1"/>
                  </a:moveTo>
                  <a:lnTo>
                    <a:pt x="712" y="1"/>
                  </a:lnTo>
                  <a:cubicBezTo>
                    <a:pt x="621" y="37"/>
                    <a:pt x="530" y="92"/>
                    <a:pt x="457" y="147"/>
                  </a:cubicBezTo>
                  <a:cubicBezTo>
                    <a:pt x="256" y="293"/>
                    <a:pt x="110" y="494"/>
                    <a:pt x="55" y="731"/>
                  </a:cubicBezTo>
                  <a:cubicBezTo>
                    <a:pt x="19" y="822"/>
                    <a:pt x="0" y="932"/>
                    <a:pt x="0" y="1023"/>
                  </a:cubicBezTo>
                  <a:cubicBezTo>
                    <a:pt x="55" y="822"/>
                    <a:pt x="146" y="640"/>
                    <a:pt x="256" y="457"/>
                  </a:cubicBezTo>
                  <a:cubicBezTo>
                    <a:pt x="384" y="275"/>
                    <a:pt x="548" y="129"/>
                    <a:pt x="71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3863;p115"/>
            <p:cNvSpPr/>
            <p:nvPr/>
          </p:nvSpPr>
          <p:spPr>
            <a:xfrm>
              <a:off x="7436520" y="1525680"/>
              <a:ext cx="64080" cy="2088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96" h="293">
                  <a:moveTo>
                    <a:pt x="220" y="0"/>
                  </a:moveTo>
                  <a:cubicBezTo>
                    <a:pt x="129" y="0"/>
                    <a:pt x="19" y="0"/>
                    <a:pt x="19" y="128"/>
                  </a:cubicBezTo>
                  <a:cubicBezTo>
                    <a:pt x="1" y="256"/>
                    <a:pt x="110" y="274"/>
                    <a:pt x="202" y="274"/>
                  </a:cubicBezTo>
                  <a:cubicBezTo>
                    <a:pt x="366" y="292"/>
                    <a:pt x="512" y="292"/>
                    <a:pt x="658" y="292"/>
                  </a:cubicBezTo>
                  <a:cubicBezTo>
                    <a:pt x="768" y="292"/>
                    <a:pt x="895" y="292"/>
                    <a:pt x="895" y="165"/>
                  </a:cubicBezTo>
                  <a:cubicBezTo>
                    <a:pt x="895" y="37"/>
                    <a:pt x="804" y="19"/>
                    <a:pt x="695" y="19"/>
                  </a:cubicBezTo>
                  <a:cubicBezTo>
                    <a:pt x="549" y="19"/>
                    <a:pt x="384" y="0"/>
                    <a:pt x="220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3864;p115"/>
            <p:cNvSpPr/>
            <p:nvPr/>
          </p:nvSpPr>
          <p:spPr>
            <a:xfrm>
              <a:off x="7340400" y="1524240"/>
              <a:ext cx="47160" cy="1944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658" h="274">
                  <a:moveTo>
                    <a:pt x="146" y="0"/>
                  </a:moveTo>
                  <a:cubicBezTo>
                    <a:pt x="73" y="0"/>
                    <a:pt x="19" y="55"/>
                    <a:pt x="0" y="128"/>
                  </a:cubicBezTo>
                  <a:cubicBezTo>
                    <a:pt x="0" y="237"/>
                    <a:pt x="19" y="274"/>
                    <a:pt x="146" y="274"/>
                  </a:cubicBezTo>
                  <a:lnTo>
                    <a:pt x="511" y="274"/>
                  </a:lnTo>
                  <a:cubicBezTo>
                    <a:pt x="584" y="274"/>
                    <a:pt x="639" y="274"/>
                    <a:pt x="657" y="183"/>
                  </a:cubicBezTo>
                  <a:cubicBezTo>
                    <a:pt x="657" y="73"/>
                    <a:pt x="639" y="37"/>
                    <a:pt x="511" y="18"/>
                  </a:cubicBezTo>
                  <a:cubicBezTo>
                    <a:pt x="384" y="0"/>
                    <a:pt x="274" y="0"/>
                    <a:pt x="146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3865;p115"/>
            <p:cNvSpPr/>
            <p:nvPr/>
          </p:nvSpPr>
          <p:spPr>
            <a:xfrm>
              <a:off x="7454880" y="1575360"/>
              <a:ext cx="21960" cy="208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311" h="296">
                  <a:moveTo>
                    <a:pt x="175" y="0"/>
                  </a:moveTo>
                  <a:cubicBezTo>
                    <a:pt x="166" y="0"/>
                    <a:pt x="156" y="1"/>
                    <a:pt x="147" y="3"/>
                  </a:cubicBezTo>
                  <a:cubicBezTo>
                    <a:pt x="74" y="3"/>
                    <a:pt x="19" y="58"/>
                    <a:pt x="19" y="131"/>
                  </a:cubicBezTo>
                  <a:cubicBezTo>
                    <a:pt x="1" y="222"/>
                    <a:pt x="74" y="295"/>
                    <a:pt x="165" y="295"/>
                  </a:cubicBezTo>
                  <a:cubicBezTo>
                    <a:pt x="238" y="295"/>
                    <a:pt x="311" y="222"/>
                    <a:pt x="311" y="131"/>
                  </a:cubicBezTo>
                  <a:cubicBezTo>
                    <a:pt x="311" y="65"/>
                    <a:pt x="252" y="0"/>
                    <a:pt x="175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3866;p115"/>
            <p:cNvSpPr/>
            <p:nvPr/>
          </p:nvSpPr>
          <p:spPr>
            <a:xfrm>
              <a:off x="7359480" y="1573560"/>
              <a:ext cx="22680" cy="201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319" h="286">
                  <a:moveTo>
                    <a:pt x="151" y="0"/>
                  </a:moveTo>
                  <a:cubicBezTo>
                    <a:pt x="74" y="0"/>
                    <a:pt x="0" y="56"/>
                    <a:pt x="10" y="154"/>
                  </a:cubicBezTo>
                  <a:cubicBezTo>
                    <a:pt x="10" y="233"/>
                    <a:pt x="66" y="285"/>
                    <a:pt x="128" y="285"/>
                  </a:cubicBezTo>
                  <a:cubicBezTo>
                    <a:pt x="137" y="285"/>
                    <a:pt x="147" y="284"/>
                    <a:pt x="156" y="282"/>
                  </a:cubicBezTo>
                  <a:cubicBezTo>
                    <a:pt x="166" y="283"/>
                    <a:pt x="175" y="284"/>
                    <a:pt x="184" y="284"/>
                  </a:cubicBezTo>
                  <a:cubicBezTo>
                    <a:pt x="262" y="284"/>
                    <a:pt x="319" y="217"/>
                    <a:pt x="302" y="136"/>
                  </a:cubicBezTo>
                  <a:cubicBezTo>
                    <a:pt x="285" y="42"/>
                    <a:pt x="217" y="0"/>
                    <a:pt x="151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3867;p115"/>
            <p:cNvSpPr/>
            <p:nvPr/>
          </p:nvSpPr>
          <p:spPr>
            <a:xfrm>
              <a:off x="7108920" y="2633040"/>
              <a:ext cx="756000" cy="1823760"/>
            </a:xfrm>
            <a:custGeom>
              <a:avLst/>
              <a:gdLst>
                <a:gd name="textAreaLeft" fmla="*/ 0 w 756000"/>
                <a:gd name="textAreaRight" fmla="*/ 756360 w 756000"/>
                <a:gd name="textAreaTop" fmla="*/ 0 h 1823760"/>
                <a:gd name="textAreaBottom" fmla="*/ 1824120 h 1823760"/>
              </a:gdLst>
              <a:ahLst/>
              <a:cxnLst/>
              <a:rect l="textAreaLeft" t="textAreaTop" r="textAreaRight" b="textAreaBottom"/>
              <a:pathLst>
                <a:path w="10498" h="25320">
                  <a:moveTo>
                    <a:pt x="2355" y="0"/>
                  </a:moveTo>
                  <a:cubicBezTo>
                    <a:pt x="2173" y="292"/>
                    <a:pt x="2008" y="621"/>
                    <a:pt x="1881" y="931"/>
                  </a:cubicBezTo>
                  <a:cubicBezTo>
                    <a:pt x="1169" y="2465"/>
                    <a:pt x="767" y="4126"/>
                    <a:pt x="658" y="5805"/>
                  </a:cubicBezTo>
                  <a:cubicBezTo>
                    <a:pt x="548" y="8215"/>
                    <a:pt x="0" y="25320"/>
                    <a:pt x="0" y="25320"/>
                  </a:cubicBezTo>
                  <a:lnTo>
                    <a:pt x="10497" y="25320"/>
                  </a:lnTo>
                  <a:cubicBezTo>
                    <a:pt x="10497" y="25320"/>
                    <a:pt x="10333" y="7357"/>
                    <a:pt x="9931" y="4874"/>
                  </a:cubicBezTo>
                  <a:cubicBezTo>
                    <a:pt x="9712" y="3523"/>
                    <a:pt x="9347" y="2209"/>
                    <a:pt x="8854" y="931"/>
                  </a:cubicBezTo>
                  <a:cubicBezTo>
                    <a:pt x="8635" y="347"/>
                    <a:pt x="8489" y="0"/>
                    <a:pt x="848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3868;p115"/>
            <p:cNvSpPr/>
            <p:nvPr/>
          </p:nvSpPr>
          <p:spPr>
            <a:xfrm>
              <a:off x="7243200" y="2633040"/>
              <a:ext cx="503280" cy="59040"/>
            </a:xfrm>
            <a:custGeom>
              <a:avLst/>
              <a:gdLst>
                <a:gd name="textAreaLeft" fmla="*/ 0 w 503280"/>
                <a:gd name="textAreaRight" fmla="*/ 503640 w 50328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6993" h="822">
                  <a:moveTo>
                    <a:pt x="493" y="0"/>
                  </a:moveTo>
                  <a:cubicBezTo>
                    <a:pt x="311" y="274"/>
                    <a:pt x="146" y="548"/>
                    <a:pt x="0" y="822"/>
                  </a:cubicBezTo>
                  <a:lnTo>
                    <a:pt x="6992" y="822"/>
                  </a:lnTo>
                  <a:cubicBezTo>
                    <a:pt x="6773" y="310"/>
                    <a:pt x="6627" y="0"/>
                    <a:pt x="6627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3869;p115"/>
            <p:cNvSpPr/>
            <p:nvPr/>
          </p:nvSpPr>
          <p:spPr>
            <a:xfrm>
              <a:off x="7624440" y="2633040"/>
              <a:ext cx="14040" cy="853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02" h="1187">
                  <a:moveTo>
                    <a:pt x="0" y="0"/>
                  </a:moveTo>
                  <a:lnTo>
                    <a:pt x="37" y="822"/>
                  </a:lnTo>
                  <a:lnTo>
                    <a:pt x="55" y="1187"/>
                  </a:lnTo>
                  <a:lnTo>
                    <a:pt x="201" y="1187"/>
                  </a:lnTo>
                  <a:lnTo>
                    <a:pt x="183" y="82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3870;p115"/>
            <p:cNvSpPr/>
            <p:nvPr/>
          </p:nvSpPr>
          <p:spPr>
            <a:xfrm>
              <a:off x="7277400" y="2633040"/>
              <a:ext cx="14040" cy="853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01" h="1187">
                  <a:moveTo>
                    <a:pt x="55" y="0"/>
                  </a:moveTo>
                  <a:lnTo>
                    <a:pt x="18" y="822"/>
                  </a:lnTo>
                  <a:lnTo>
                    <a:pt x="0" y="1187"/>
                  </a:lnTo>
                  <a:lnTo>
                    <a:pt x="146" y="1187"/>
                  </a:lnTo>
                  <a:lnTo>
                    <a:pt x="164" y="82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3871;p115"/>
            <p:cNvSpPr/>
            <p:nvPr/>
          </p:nvSpPr>
          <p:spPr>
            <a:xfrm>
              <a:off x="7423200" y="3114360"/>
              <a:ext cx="20880" cy="13305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1330560"/>
                <a:gd name="textAreaBottom" fmla="*/ 1330920 h 1330560"/>
              </a:gdLst>
              <a:ahLst/>
              <a:cxnLst/>
              <a:rect l="textAreaLeft" t="textAreaTop" r="textAreaRight" b="textAreaBottom"/>
              <a:pathLst>
                <a:path w="293" h="18475">
                  <a:moveTo>
                    <a:pt x="219" y="0"/>
                  </a:moveTo>
                  <a:cubicBezTo>
                    <a:pt x="183" y="0"/>
                    <a:pt x="165" y="37"/>
                    <a:pt x="165" y="92"/>
                  </a:cubicBezTo>
                  <a:lnTo>
                    <a:pt x="0" y="18402"/>
                  </a:lnTo>
                  <a:cubicBezTo>
                    <a:pt x="0" y="18438"/>
                    <a:pt x="37" y="18475"/>
                    <a:pt x="73" y="18475"/>
                  </a:cubicBezTo>
                  <a:cubicBezTo>
                    <a:pt x="110" y="18475"/>
                    <a:pt x="146" y="18438"/>
                    <a:pt x="146" y="18402"/>
                  </a:cubicBezTo>
                  <a:lnTo>
                    <a:pt x="292" y="92"/>
                  </a:lnTo>
                  <a:cubicBezTo>
                    <a:pt x="292" y="55"/>
                    <a:pt x="274" y="19"/>
                    <a:pt x="219" y="0"/>
                  </a:cubicBezTo>
                  <a:close/>
                </a:path>
              </a:pathLst>
            </a:custGeom>
            <a:solidFill>
              <a:srgbClr val="2F3F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3872;p115"/>
            <p:cNvSpPr/>
            <p:nvPr/>
          </p:nvSpPr>
          <p:spPr>
            <a:xfrm>
              <a:off x="7723080" y="2037600"/>
              <a:ext cx="278640" cy="44136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441360"/>
                <a:gd name="textAreaBottom" fmla="*/ 441720 h 441360"/>
              </a:gdLst>
              <a:ahLst/>
              <a:cxnLst/>
              <a:rect l="textAreaLeft" t="textAreaTop" r="textAreaRight" b="textAreaBottom"/>
              <a:pathLst>
                <a:path w="3871" h="6132">
                  <a:moveTo>
                    <a:pt x="1297" y="0"/>
                  </a:moveTo>
                  <a:cubicBezTo>
                    <a:pt x="859" y="0"/>
                    <a:pt x="374" y="213"/>
                    <a:pt x="1" y="945"/>
                  </a:cubicBezTo>
                  <a:cubicBezTo>
                    <a:pt x="1" y="945"/>
                    <a:pt x="786" y="4139"/>
                    <a:pt x="1625" y="5600"/>
                  </a:cubicBezTo>
                  <a:cubicBezTo>
                    <a:pt x="1625" y="5600"/>
                    <a:pt x="2334" y="6131"/>
                    <a:pt x="3113" y="6131"/>
                  </a:cubicBezTo>
                  <a:cubicBezTo>
                    <a:pt x="3366" y="6131"/>
                    <a:pt x="3625" y="6076"/>
                    <a:pt x="3871" y="5928"/>
                  </a:cubicBezTo>
                  <a:cubicBezTo>
                    <a:pt x="3871" y="5928"/>
                    <a:pt x="3652" y="2734"/>
                    <a:pt x="2428" y="415"/>
                  </a:cubicBezTo>
                  <a:cubicBezTo>
                    <a:pt x="2428" y="415"/>
                    <a:pt x="1908" y="0"/>
                    <a:pt x="1297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2" name="Google Shape;3873;p115"/>
            <p:cNvSpPr/>
            <p:nvPr/>
          </p:nvSpPr>
          <p:spPr>
            <a:xfrm>
              <a:off x="6931440" y="1834200"/>
              <a:ext cx="446040" cy="57780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577800"/>
                <a:gd name="textAreaBottom" fmla="*/ 578160 h 577800"/>
              </a:gdLst>
              <a:ahLst/>
              <a:cxnLst/>
              <a:rect l="textAreaLeft" t="textAreaTop" r="textAreaRight" b="textAreaBottom"/>
              <a:pathLst>
                <a:path w="6198" h="8023">
                  <a:moveTo>
                    <a:pt x="4953" y="0"/>
                  </a:moveTo>
                  <a:cubicBezTo>
                    <a:pt x="4441" y="0"/>
                    <a:pt x="3920" y="198"/>
                    <a:pt x="3871" y="264"/>
                  </a:cubicBezTo>
                  <a:cubicBezTo>
                    <a:pt x="3159" y="702"/>
                    <a:pt x="2192" y="2527"/>
                    <a:pt x="749" y="5558"/>
                  </a:cubicBezTo>
                  <a:cubicBezTo>
                    <a:pt x="421" y="6233"/>
                    <a:pt x="165" y="6927"/>
                    <a:pt x="1" y="7657"/>
                  </a:cubicBezTo>
                  <a:cubicBezTo>
                    <a:pt x="354" y="7901"/>
                    <a:pt x="764" y="8022"/>
                    <a:pt x="1181" y="8022"/>
                  </a:cubicBezTo>
                  <a:cubicBezTo>
                    <a:pt x="1390" y="8022"/>
                    <a:pt x="1601" y="7992"/>
                    <a:pt x="1808" y="7931"/>
                  </a:cubicBezTo>
                  <a:cubicBezTo>
                    <a:pt x="2958" y="7109"/>
                    <a:pt x="5788" y="2254"/>
                    <a:pt x="5916" y="1505"/>
                  </a:cubicBezTo>
                  <a:cubicBezTo>
                    <a:pt x="6197" y="298"/>
                    <a:pt x="5581" y="0"/>
                    <a:pt x="4953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3" name="Google Shape;3874;p115"/>
            <p:cNvSpPr/>
            <p:nvPr/>
          </p:nvSpPr>
          <p:spPr>
            <a:xfrm>
              <a:off x="6978960" y="1817280"/>
              <a:ext cx="437760" cy="51660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516600"/>
                <a:gd name="textAreaBottom" fmla="*/ 516960 h 516600"/>
              </a:gdLst>
              <a:ahLst/>
              <a:cxnLst/>
              <a:rect l="textAreaLeft" t="textAreaTop" r="textAreaRight" b="textAreaBottom"/>
              <a:pathLst>
                <a:path w="6080" h="7178">
                  <a:moveTo>
                    <a:pt x="4170" y="1"/>
                  </a:moveTo>
                  <a:cubicBezTo>
                    <a:pt x="3543" y="1"/>
                    <a:pt x="2940" y="317"/>
                    <a:pt x="2592" y="879"/>
                  </a:cubicBezTo>
                  <a:cubicBezTo>
                    <a:pt x="1625" y="2267"/>
                    <a:pt x="749" y="3709"/>
                    <a:pt x="0" y="5224"/>
                  </a:cubicBezTo>
                  <a:cubicBezTo>
                    <a:pt x="676" y="5918"/>
                    <a:pt x="2428" y="7177"/>
                    <a:pt x="3761" y="7177"/>
                  </a:cubicBezTo>
                  <a:lnTo>
                    <a:pt x="5897" y="1591"/>
                  </a:lnTo>
                  <a:cubicBezTo>
                    <a:pt x="6079" y="423"/>
                    <a:pt x="4856" y="131"/>
                    <a:pt x="4856" y="131"/>
                  </a:cubicBezTo>
                  <a:cubicBezTo>
                    <a:pt x="4632" y="43"/>
                    <a:pt x="4399" y="1"/>
                    <a:pt x="417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3875;p115"/>
            <p:cNvSpPr/>
            <p:nvPr/>
          </p:nvSpPr>
          <p:spPr>
            <a:xfrm>
              <a:off x="7120800" y="1774080"/>
              <a:ext cx="713880" cy="1241640"/>
            </a:xfrm>
            <a:custGeom>
              <a:avLst/>
              <a:gdLst>
                <a:gd name="textAreaLeft" fmla="*/ 0 w 713880"/>
                <a:gd name="textAreaRight" fmla="*/ 714240 w 713880"/>
                <a:gd name="textAreaTop" fmla="*/ 0 h 1241640"/>
                <a:gd name="textAreaBottom" fmla="*/ 1242000 h 1241640"/>
              </a:gdLst>
              <a:ahLst/>
              <a:cxnLst/>
              <a:rect l="textAreaLeft" t="textAreaTop" r="textAreaRight" b="textAreaBottom"/>
              <a:pathLst>
                <a:path w="9914" h="17237">
                  <a:moveTo>
                    <a:pt x="3670" y="1"/>
                  </a:moveTo>
                  <a:lnTo>
                    <a:pt x="1753" y="694"/>
                  </a:lnTo>
                  <a:cubicBezTo>
                    <a:pt x="1133" y="1096"/>
                    <a:pt x="749" y="1771"/>
                    <a:pt x="749" y="2520"/>
                  </a:cubicBezTo>
                  <a:lnTo>
                    <a:pt x="749" y="7759"/>
                  </a:lnTo>
                  <a:lnTo>
                    <a:pt x="749" y="7777"/>
                  </a:lnTo>
                  <a:cubicBezTo>
                    <a:pt x="658" y="9128"/>
                    <a:pt x="475" y="10169"/>
                    <a:pt x="402" y="11501"/>
                  </a:cubicBezTo>
                  <a:cubicBezTo>
                    <a:pt x="348" y="12304"/>
                    <a:pt x="129" y="13747"/>
                    <a:pt x="1" y="15974"/>
                  </a:cubicBezTo>
                  <a:cubicBezTo>
                    <a:pt x="1" y="15974"/>
                    <a:pt x="1336" y="17237"/>
                    <a:pt x="5107" y="17237"/>
                  </a:cubicBezTo>
                  <a:cubicBezTo>
                    <a:pt x="6364" y="17237"/>
                    <a:pt x="7891" y="17096"/>
                    <a:pt x="9731" y="16722"/>
                  </a:cubicBezTo>
                  <a:cubicBezTo>
                    <a:pt x="9676" y="16394"/>
                    <a:pt x="9402" y="14532"/>
                    <a:pt x="9384" y="14203"/>
                  </a:cubicBezTo>
                  <a:lnTo>
                    <a:pt x="9220" y="11410"/>
                  </a:lnTo>
                  <a:cubicBezTo>
                    <a:pt x="9147" y="10187"/>
                    <a:pt x="9256" y="8781"/>
                    <a:pt x="9000" y="7576"/>
                  </a:cubicBezTo>
                  <a:lnTo>
                    <a:pt x="9694" y="2574"/>
                  </a:lnTo>
                  <a:cubicBezTo>
                    <a:pt x="9913" y="1570"/>
                    <a:pt x="9037" y="986"/>
                    <a:pt x="9037" y="986"/>
                  </a:cubicBezTo>
                  <a:lnTo>
                    <a:pt x="6627" y="1"/>
                  </a:lnTo>
                  <a:lnTo>
                    <a:pt x="4583" y="1570"/>
                  </a:lnTo>
                  <a:lnTo>
                    <a:pt x="367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3876;p115"/>
            <p:cNvSpPr/>
            <p:nvPr/>
          </p:nvSpPr>
          <p:spPr>
            <a:xfrm>
              <a:off x="6931440" y="2325600"/>
              <a:ext cx="293040" cy="447840"/>
            </a:xfrm>
            <a:custGeom>
              <a:avLst/>
              <a:gdLst>
                <a:gd name="textAreaLeft" fmla="*/ 0 w 293040"/>
                <a:gd name="textAreaRight" fmla="*/ 293400 w 293040"/>
                <a:gd name="textAreaTop" fmla="*/ 0 h 447840"/>
                <a:gd name="textAreaBottom" fmla="*/ 448200 h 447840"/>
              </a:gdLst>
              <a:ahLst/>
              <a:cxnLst/>
              <a:rect l="textAreaLeft" t="textAreaTop" r="textAreaRight" b="textAreaBottom"/>
              <a:pathLst>
                <a:path w="4072" h="6219">
                  <a:moveTo>
                    <a:pt x="1130" y="0"/>
                  </a:moveTo>
                  <a:cubicBezTo>
                    <a:pt x="708" y="0"/>
                    <a:pt x="270" y="190"/>
                    <a:pt x="1" y="833"/>
                  </a:cubicBezTo>
                  <a:cubicBezTo>
                    <a:pt x="384" y="3097"/>
                    <a:pt x="1644" y="4338"/>
                    <a:pt x="3561" y="6218"/>
                  </a:cubicBezTo>
                  <a:lnTo>
                    <a:pt x="4072" y="5598"/>
                  </a:lnTo>
                  <a:cubicBezTo>
                    <a:pt x="3433" y="4813"/>
                    <a:pt x="2192" y="1253"/>
                    <a:pt x="2319" y="395"/>
                  </a:cubicBezTo>
                  <a:cubicBezTo>
                    <a:pt x="2319" y="395"/>
                    <a:pt x="1740" y="0"/>
                    <a:pt x="1130" y="0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6" name="Google Shape;3877;p115"/>
            <p:cNvSpPr/>
            <p:nvPr/>
          </p:nvSpPr>
          <p:spPr>
            <a:xfrm>
              <a:off x="7662600" y="2387160"/>
              <a:ext cx="339120" cy="39024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390240"/>
                <a:gd name="textAreaBottom" fmla="*/ 390600 h 390240"/>
              </a:gdLst>
              <a:ahLst/>
              <a:cxnLst/>
              <a:rect l="textAreaLeft" t="textAreaTop" r="textAreaRight" b="textAreaBottom"/>
              <a:pathLst>
                <a:path w="4711" h="5423">
                  <a:moveTo>
                    <a:pt x="3688" y="1"/>
                  </a:moveTo>
                  <a:cubicBezTo>
                    <a:pt x="3104" y="1"/>
                    <a:pt x="2494" y="392"/>
                    <a:pt x="2483" y="402"/>
                  </a:cubicBezTo>
                  <a:cubicBezTo>
                    <a:pt x="2410" y="2282"/>
                    <a:pt x="457" y="4400"/>
                    <a:pt x="1" y="4838"/>
                  </a:cubicBezTo>
                  <a:lnTo>
                    <a:pt x="348" y="5422"/>
                  </a:lnTo>
                  <a:cubicBezTo>
                    <a:pt x="2794" y="3852"/>
                    <a:pt x="3798" y="2958"/>
                    <a:pt x="4711" y="1077"/>
                  </a:cubicBezTo>
                  <a:cubicBezTo>
                    <a:pt x="4583" y="238"/>
                    <a:pt x="4143" y="1"/>
                    <a:pt x="3688" y="1"/>
                  </a:cubicBez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7" name="Google Shape;3878;p115"/>
            <p:cNvSpPr/>
            <p:nvPr/>
          </p:nvSpPr>
          <p:spPr>
            <a:xfrm>
              <a:off x="7514640" y="2731680"/>
              <a:ext cx="187200" cy="15696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2604" h="2182">
                  <a:moveTo>
                    <a:pt x="1490" y="0"/>
                  </a:moveTo>
                  <a:lnTo>
                    <a:pt x="650" y="18"/>
                  </a:lnTo>
                  <a:cubicBezTo>
                    <a:pt x="614" y="329"/>
                    <a:pt x="1198" y="365"/>
                    <a:pt x="1198" y="365"/>
                  </a:cubicBezTo>
                  <a:cubicBezTo>
                    <a:pt x="942" y="712"/>
                    <a:pt x="687" y="1022"/>
                    <a:pt x="413" y="1333"/>
                  </a:cubicBezTo>
                  <a:cubicBezTo>
                    <a:pt x="285" y="1461"/>
                    <a:pt x="176" y="1607"/>
                    <a:pt x="66" y="1753"/>
                  </a:cubicBezTo>
                  <a:cubicBezTo>
                    <a:pt x="66" y="1753"/>
                    <a:pt x="0" y="1900"/>
                    <a:pt x="149" y="1900"/>
                  </a:cubicBezTo>
                  <a:cubicBezTo>
                    <a:pt x="157" y="1900"/>
                    <a:pt x="166" y="1900"/>
                    <a:pt x="176" y="1899"/>
                  </a:cubicBezTo>
                  <a:lnTo>
                    <a:pt x="176" y="1899"/>
                  </a:lnTo>
                  <a:cubicBezTo>
                    <a:pt x="48" y="2100"/>
                    <a:pt x="285" y="2118"/>
                    <a:pt x="285" y="2118"/>
                  </a:cubicBezTo>
                  <a:cubicBezTo>
                    <a:pt x="340" y="2089"/>
                    <a:pt x="395" y="2059"/>
                    <a:pt x="449" y="2028"/>
                  </a:cubicBezTo>
                  <a:lnTo>
                    <a:pt x="449" y="2028"/>
                  </a:lnTo>
                  <a:cubicBezTo>
                    <a:pt x="413" y="2173"/>
                    <a:pt x="486" y="2173"/>
                    <a:pt x="486" y="2173"/>
                  </a:cubicBezTo>
                  <a:cubicBezTo>
                    <a:pt x="513" y="2179"/>
                    <a:pt x="541" y="2182"/>
                    <a:pt x="570" y="2182"/>
                  </a:cubicBezTo>
                  <a:cubicBezTo>
                    <a:pt x="676" y="2182"/>
                    <a:pt x="793" y="2142"/>
                    <a:pt x="907" y="2085"/>
                  </a:cubicBezTo>
                  <a:lnTo>
                    <a:pt x="907" y="2085"/>
                  </a:lnTo>
                  <a:cubicBezTo>
                    <a:pt x="856" y="2153"/>
                    <a:pt x="866" y="2179"/>
                    <a:pt x="910" y="2179"/>
                  </a:cubicBezTo>
                  <a:cubicBezTo>
                    <a:pt x="1036" y="2179"/>
                    <a:pt x="1435" y="1972"/>
                    <a:pt x="1435" y="1972"/>
                  </a:cubicBezTo>
                  <a:cubicBezTo>
                    <a:pt x="1745" y="1734"/>
                    <a:pt x="2001" y="1479"/>
                    <a:pt x="2238" y="1169"/>
                  </a:cubicBezTo>
                  <a:lnTo>
                    <a:pt x="2603" y="402"/>
                  </a:lnTo>
                  <a:lnTo>
                    <a:pt x="2311" y="37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8" name="Google Shape;3879;p115"/>
            <p:cNvSpPr/>
            <p:nvPr/>
          </p:nvSpPr>
          <p:spPr>
            <a:xfrm>
              <a:off x="7627320" y="1841040"/>
              <a:ext cx="365400" cy="47700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477000"/>
                <a:gd name="textAreaBottom" fmla="*/ 477360 h 477000"/>
              </a:gdLst>
              <a:ahLst/>
              <a:cxnLst/>
              <a:rect l="textAreaLeft" t="textAreaTop" r="textAreaRight" b="textAreaBottom"/>
              <a:pathLst>
                <a:path w="5076" h="6628">
                  <a:moveTo>
                    <a:pt x="1881" y="1"/>
                  </a:moveTo>
                  <a:cubicBezTo>
                    <a:pt x="1881" y="1"/>
                    <a:pt x="1" y="932"/>
                    <a:pt x="877" y="3469"/>
                  </a:cubicBezTo>
                  <a:cubicBezTo>
                    <a:pt x="877" y="3469"/>
                    <a:pt x="1480" y="5057"/>
                    <a:pt x="1972" y="6627"/>
                  </a:cubicBezTo>
                  <a:cubicBezTo>
                    <a:pt x="3104" y="6481"/>
                    <a:pt x="4181" y="6006"/>
                    <a:pt x="5076" y="5276"/>
                  </a:cubicBezTo>
                  <a:cubicBezTo>
                    <a:pt x="4273" y="2958"/>
                    <a:pt x="3634" y="329"/>
                    <a:pt x="188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9" name="Google Shape;3880;p115"/>
            <p:cNvSpPr/>
            <p:nvPr/>
          </p:nvSpPr>
          <p:spPr>
            <a:xfrm>
              <a:off x="7180200" y="2728800"/>
              <a:ext cx="187200" cy="157320"/>
            </a:xfrm>
            <a:custGeom>
              <a:avLst/>
              <a:gdLst>
                <a:gd name="textAreaLeft" fmla="*/ 0 w 187200"/>
                <a:gd name="textAreaRight" fmla="*/ 187560 w 18720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2604" h="2187">
                  <a:moveTo>
                    <a:pt x="1114" y="1"/>
                  </a:moveTo>
                  <a:lnTo>
                    <a:pt x="292" y="55"/>
                  </a:lnTo>
                  <a:lnTo>
                    <a:pt x="0" y="402"/>
                  </a:lnTo>
                  <a:lnTo>
                    <a:pt x="365" y="1169"/>
                  </a:lnTo>
                  <a:cubicBezTo>
                    <a:pt x="603" y="1461"/>
                    <a:pt x="858" y="1735"/>
                    <a:pt x="1169" y="1954"/>
                  </a:cubicBezTo>
                  <a:cubicBezTo>
                    <a:pt x="1169" y="1954"/>
                    <a:pt x="1578" y="2174"/>
                    <a:pt x="1698" y="2174"/>
                  </a:cubicBezTo>
                  <a:cubicBezTo>
                    <a:pt x="1733" y="2174"/>
                    <a:pt x="1744" y="2155"/>
                    <a:pt x="1711" y="2105"/>
                  </a:cubicBezTo>
                  <a:lnTo>
                    <a:pt x="1711" y="2105"/>
                  </a:lnTo>
                  <a:cubicBezTo>
                    <a:pt x="1815" y="2154"/>
                    <a:pt x="1921" y="2186"/>
                    <a:pt x="2017" y="2186"/>
                  </a:cubicBezTo>
                  <a:cubicBezTo>
                    <a:pt x="2052" y="2186"/>
                    <a:pt x="2086" y="2182"/>
                    <a:pt x="2118" y="2173"/>
                  </a:cubicBezTo>
                  <a:cubicBezTo>
                    <a:pt x="2118" y="2173"/>
                    <a:pt x="2190" y="2173"/>
                    <a:pt x="2155" y="2047"/>
                  </a:cubicBezTo>
                  <a:lnTo>
                    <a:pt x="2155" y="2047"/>
                  </a:lnTo>
                  <a:cubicBezTo>
                    <a:pt x="2209" y="2078"/>
                    <a:pt x="2263" y="2108"/>
                    <a:pt x="2319" y="2137"/>
                  </a:cubicBezTo>
                  <a:cubicBezTo>
                    <a:pt x="2319" y="2137"/>
                    <a:pt x="2556" y="2118"/>
                    <a:pt x="2428" y="1917"/>
                  </a:cubicBezTo>
                  <a:lnTo>
                    <a:pt x="2428" y="1917"/>
                  </a:lnTo>
                  <a:cubicBezTo>
                    <a:pt x="2438" y="1918"/>
                    <a:pt x="2447" y="1919"/>
                    <a:pt x="2455" y="1919"/>
                  </a:cubicBezTo>
                  <a:cubicBezTo>
                    <a:pt x="2603" y="1919"/>
                    <a:pt x="2538" y="1771"/>
                    <a:pt x="2538" y="1771"/>
                  </a:cubicBezTo>
                  <a:cubicBezTo>
                    <a:pt x="2428" y="1625"/>
                    <a:pt x="2319" y="1479"/>
                    <a:pt x="2191" y="1352"/>
                  </a:cubicBezTo>
                  <a:cubicBezTo>
                    <a:pt x="1917" y="1041"/>
                    <a:pt x="1661" y="713"/>
                    <a:pt x="1406" y="384"/>
                  </a:cubicBezTo>
                  <a:cubicBezTo>
                    <a:pt x="1406" y="384"/>
                    <a:pt x="1990" y="348"/>
                    <a:pt x="1953" y="37"/>
                  </a:cubicBezTo>
                  <a:lnTo>
                    <a:pt x="1114" y="1"/>
                  </a:lnTo>
                  <a:close/>
                </a:path>
              </a:pathLst>
            </a:custGeom>
            <a:solidFill>
              <a:srgbClr val="FCA28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840" bIns="78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0" name="Google Shape;3881;p115"/>
            <p:cNvSpPr/>
            <p:nvPr/>
          </p:nvSpPr>
          <p:spPr>
            <a:xfrm>
              <a:off x="7500960" y="2703960"/>
              <a:ext cx="218160" cy="261360"/>
            </a:xfrm>
            <a:custGeom>
              <a:avLst/>
              <a:gdLst>
                <a:gd name="textAreaLeft" fmla="*/ 0 w 218160"/>
                <a:gd name="textAreaRight" fmla="*/ 218520 w 218160"/>
                <a:gd name="textAreaTop" fmla="*/ 0 h 261360"/>
                <a:gd name="textAreaBottom" fmla="*/ 261720 h 261360"/>
              </a:gdLst>
              <a:ahLst/>
              <a:cxnLst/>
              <a:rect l="textAreaLeft" t="textAreaTop" r="textAreaRight" b="textAreaBottom"/>
              <a:pathLst>
                <a:path w="3031" h="3633">
                  <a:moveTo>
                    <a:pt x="676" y="1"/>
                  </a:moveTo>
                  <a:cubicBezTo>
                    <a:pt x="603" y="384"/>
                    <a:pt x="439" y="768"/>
                    <a:pt x="329" y="1133"/>
                  </a:cubicBezTo>
                  <a:cubicBezTo>
                    <a:pt x="219" y="1498"/>
                    <a:pt x="128" y="1808"/>
                    <a:pt x="19" y="2137"/>
                  </a:cubicBezTo>
                  <a:cubicBezTo>
                    <a:pt x="0" y="2210"/>
                    <a:pt x="0" y="2264"/>
                    <a:pt x="0" y="2337"/>
                  </a:cubicBezTo>
                  <a:cubicBezTo>
                    <a:pt x="19" y="2447"/>
                    <a:pt x="128" y="2538"/>
                    <a:pt x="238" y="2666"/>
                  </a:cubicBezTo>
                  <a:cubicBezTo>
                    <a:pt x="347" y="2794"/>
                    <a:pt x="439" y="2903"/>
                    <a:pt x="548" y="3013"/>
                  </a:cubicBezTo>
                  <a:cubicBezTo>
                    <a:pt x="712" y="3232"/>
                    <a:pt x="913" y="3433"/>
                    <a:pt x="1132" y="3615"/>
                  </a:cubicBezTo>
                  <a:cubicBezTo>
                    <a:pt x="1154" y="3628"/>
                    <a:pt x="1181" y="3633"/>
                    <a:pt x="1212" y="3633"/>
                  </a:cubicBezTo>
                  <a:cubicBezTo>
                    <a:pt x="1413" y="3633"/>
                    <a:pt x="1772" y="3407"/>
                    <a:pt x="1899" y="3360"/>
                  </a:cubicBezTo>
                  <a:cubicBezTo>
                    <a:pt x="2100" y="3269"/>
                    <a:pt x="2301" y="3159"/>
                    <a:pt x="2483" y="3049"/>
                  </a:cubicBezTo>
                  <a:cubicBezTo>
                    <a:pt x="2629" y="2940"/>
                    <a:pt x="2629" y="2630"/>
                    <a:pt x="2647" y="2465"/>
                  </a:cubicBezTo>
                  <a:cubicBezTo>
                    <a:pt x="2702" y="2264"/>
                    <a:pt x="2757" y="2064"/>
                    <a:pt x="2793" y="1863"/>
                  </a:cubicBezTo>
                  <a:cubicBezTo>
                    <a:pt x="2885" y="1461"/>
                    <a:pt x="2958" y="1078"/>
                    <a:pt x="3031" y="676"/>
                  </a:cubicBezTo>
                  <a:cubicBezTo>
                    <a:pt x="2209" y="640"/>
                    <a:pt x="1315" y="457"/>
                    <a:pt x="6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3882;p115"/>
            <p:cNvSpPr/>
            <p:nvPr/>
          </p:nvSpPr>
          <p:spPr>
            <a:xfrm>
              <a:off x="7178760" y="2692080"/>
              <a:ext cx="240480" cy="250920"/>
            </a:xfrm>
            <a:custGeom>
              <a:avLst/>
              <a:gdLst>
                <a:gd name="textAreaLeft" fmla="*/ 0 w 240480"/>
                <a:gd name="textAreaRight" fmla="*/ 240840 w 240480"/>
                <a:gd name="textAreaTop" fmla="*/ 0 h 250920"/>
                <a:gd name="textAreaBottom" fmla="*/ 251280 h 250920"/>
              </a:gdLst>
              <a:ahLst/>
              <a:cxnLst/>
              <a:rect l="textAreaLeft" t="textAreaTop" r="textAreaRight" b="textAreaBottom"/>
              <a:pathLst>
                <a:path w="3342" h="3488">
                  <a:moveTo>
                    <a:pt x="2265" y="1"/>
                  </a:moveTo>
                  <a:cubicBezTo>
                    <a:pt x="1589" y="475"/>
                    <a:pt x="786" y="877"/>
                    <a:pt x="1" y="913"/>
                  </a:cubicBezTo>
                  <a:cubicBezTo>
                    <a:pt x="165" y="1260"/>
                    <a:pt x="257" y="1662"/>
                    <a:pt x="403" y="2027"/>
                  </a:cubicBezTo>
                  <a:cubicBezTo>
                    <a:pt x="549" y="2374"/>
                    <a:pt x="676" y="2684"/>
                    <a:pt x="786" y="3013"/>
                  </a:cubicBezTo>
                  <a:cubicBezTo>
                    <a:pt x="822" y="3067"/>
                    <a:pt x="841" y="3122"/>
                    <a:pt x="895" y="3177"/>
                  </a:cubicBezTo>
                  <a:cubicBezTo>
                    <a:pt x="1005" y="3250"/>
                    <a:pt x="1151" y="3286"/>
                    <a:pt x="1279" y="3305"/>
                  </a:cubicBezTo>
                  <a:cubicBezTo>
                    <a:pt x="1425" y="3323"/>
                    <a:pt x="1589" y="3341"/>
                    <a:pt x="1735" y="3378"/>
                  </a:cubicBezTo>
                  <a:cubicBezTo>
                    <a:pt x="2009" y="3433"/>
                    <a:pt x="2283" y="3487"/>
                    <a:pt x="2575" y="3487"/>
                  </a:cubicBezTo>
                  <a:cubicBezTo>
                    <a:pt x="2757" y="3469"/>
                    <a:pt x="2958" y="2958"/>
                    <a:pt x="3031" y="2812"/>
                  </a:cubicBezTo>
                  <a:cubicBezTo>
                    <a:pt x="3141" y="2611"/>
                    <a:pt x="3232" y="2410"/>
                    <a:pt x="3305" y="2209"/>
                  </a:cubicBezTo>
                  <a:cubicBezTo>
                    <a:pt x="3342" y="2045"/>
                    <a:pt x="3141" y="1790"/>
                    <a:pt x="3068" y="1644"/>
                  </a:cubicBezTo>
                  <a:lnTo>
                    <a:pt x="2794" y="1078"/>
                  </a:lnTo>
                  <a:cubicBezTo>
                    <a:pt x="2611" y="712"/>
                    <a:pt x="2429" y="366"/>
                    <a:pt x="226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3883;p115"/>
            <p:cNvSpPr/>
            <p:nvPr/>
          </p:nvSpPr>
          <p:spPr>
            <a:xfrm>
              <a:off x="6960240" y="4457160"/>
              <a:ext cx="473040" cy="146880"/>
            </a:xfrm>
            <a:custGeom>
              <a:avLst/>
              <a:gdLst>
                <a:gd name="textAreaLeft" fmla="*/ 0 w 473040"/>
                <a:gd name="textAreaRight" fmla="*/ 473400 w 47304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6573" h="2046">
                  <a:moveTo>
                    <a:pt x="2429" y="1"/>
                  </a:moveTo>
                  <a:lnTo>
                    <a:pt x="311" y="1388"/>
                  </a:lnTo>
                  <a:cubicBezTo>
                    <a:pt x="1" y="1571"/>
                    <a:pt x="128" y="2045"/>
                    <a:pt x="493" y="2045"/>
                  </a:cubicBezTo>
                  <a:lnTo>
                    <a:pt x="6207" y="2045"/>
                  </a:lnTo>
                  <a:cubicBezTo>
                    <a:pt x="6408" y="2045"/>
                    <a:pt x="6572" y="1881"/>
                    <a:pt x="6572" y="1680"/>
                  </a:cubicBezTo>
                  <a:lnTo>
                    <a:pt x="6536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440" bIns="73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3884;p115"/>
            <p:cNvSpPr/>
            <p:nvPr/>
          </p:nvSpPr>
          <p:spPr>
            <a:xfrm>
              <a:off x="7331400" y="4457160"/>
              <a:ext cx="474480" cy="146880"/>
            </a:xfrm>
            <a:custGeom>
              <a:avLst/>
              <a:gdLst>
                <a:gd name="textAreaLeft" fmla="*/ 0 w 474480"/>
                <a:gd name="textAreaRight" fmla="*/ 474840 w 47448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6591" h="2046">
                  <a:moveTo>
                    <a:pt x="2447" y="1"/>
                  </a:moveTo>
                  <a:lnTo>
                    <a:pt x="311" y="1388"/>
                  </a:lnTo>
                  <a:cubicBezTo>
                    <a:pt x="1" y="1571"/>
                    <a:pt x="147" y="2045"/>
                    <a:pt x="512" y="2045"/>
                  </a:cubicBezTo>
                  <a:lnTo>
                    <a:pt x="6226" y="2045"/>
                  </a:lnTo>
                  <a:cubicBezTo>
                    <a:pt x="6426" y="2045"/>
                    <a:pt x="6591" y="1881"/>
                    <a:pt x="6591" y="1680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440" bIns="73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3885;p115"/>
            <p:cNvSpPr/>
            <p:nvPr/>
          </p:nvSpPr>
          <p:spPr>
            <a:xfrm>
              <a:off x="7363080" y="1691280"/>
              <a:ext cx="82440" cy="28800"/>
            </a:xfrm>
            <a:custGeom>
              <a:avLst/>
              <a:gdLst>
                <a:gd name="textAreaLeft" fmla="*/ 0 w 82440"/>
                <a:gd name="textAreaRight" fmla="*/ 82800 w 824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407">
                  <a:moveTo>
                    <a:pt x="95" y="1"/>
                  </a:moveTo>
                  <a:cubicBezTo>
                    <a:pt x="60" y="1"/>
                    <a:pt x="30" y="7"/>
                    <a:pt x="19" y="40"/>
                  </a:cubicBezTo>
                  <a:cubicBezTo>
                    <a:pt x="0" y="95"/>
                    <a:pt x="37" y="150"/>
                    <a:pt x="73" y="186"/>
                  </a:cubicBezTo>
                  <a:cubicBezTo>
                    <a:pt x="171" y="333"/>
                    <a:pt x="341" y="407"/>
                    <a:pt x="523" y="407"/>
                  </a:cubicBezTo>
                  <a:cubicBezTo>
                    <a:pt x="751" y="407"/>
                    <a:pt x="998" y="292"/>
                    <a:pt x="1150" y="59"/>
                  </a:cubicBezTo>
                  <a:cubicBezTo>
                    <a:pt x="822" y="22"/>
                    <a:pt x="493" y="4"/>
                    <a:pt x="165" y="4"/>
                  </a:cubicBezTo>
                  <a:cubicBezTo>
                    <a:pt x="143" y="4"/>
                    <a:pt x="118" y="1"/>
                    <a:pt x="9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3886;p115"/>
            <p:cNvSpPr/>
            <p:nvPr/>
          </p:nvSpPr>
          <p:spPr>
            <a:xfrm>
              <a:off x="7391520" y="1616040"/>
              <a:ext cx="30960" cy="424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434" h="596">
                  <a:moveTo>
                    <a:pt x="104" y="0"/>
                  </a:moveTo>
                  <a:cubicBezTo>
                    <a:pt x="50" y="91"/>
                    <a:pt x="31" y="201"/>
                    <a:pt x="31" y="310"/>
                  </a:cubicBezTo>
                  <a:cubicBezTo>
                    <a:pt x="0" y="467"/>
                    <a:pt x="116" y="596"/>
                    <a:pt x="253" y="596"/>
                  </a:cubicBezTo>
                  <a:cubicBezTo>
                    <a:pt x="276" y="596"/>
                    <a:pt x="300" y="592"/>
                    <a:pt x="324" y="584"/>
                  </a:cubicBezTo>
                  <a:cubicBezTo>
                    <a:pt x="378" y="584"/>
                    <a:pt x="433" y="584"/>
                    <a:pt x="433" y="529"/>
                  </a:cubicBezTo>
                  <a:cubicBezTo>
                    <a:pt x="433" y="475"/>
                    <a:pt x="378" y="456"/>
                    <a:pt x="342" y="456"/>
                  </a:cubicBezTo>
                  <a:cubicBezTo>
                    <a:pt x="327" y="458"/>
                    <a:pt x="313" y="458"/>
                    <a:pt x="300" y="458"/>
                  </a:cubicBezTo>
                  <a:cubicBezTo>
                    <a:pt x="139" y="458"/>
                    <a:pt x="125" y="354"/>
                    <a:pt x="159" y="219"/>
                  </a:cubicBezTo>
                  <a:cubicBezTo>
                    <a:pt x="196" y="128"/>
                    <a:pt x="159" y="55"/>
                    <a:pt x="104" y="0"/>
                  </a:cubicBezTo>
                  <a:close/>
                </a:path>
              </a:pathLst>
            </a:custGeom>
            <a:solidFill>
              <a:srgbClr val="2E21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76269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-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393</Words>
  <Application>Microsoft Office PowerPoint</Application>
  <PresentationFormat>On-screen Show (16:9)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Microsoft YaHei</vt:lpstr>
      <vt:lpstr>Microsoft YaHei UI</vt:lpstr>
      <vt:lpstr>Alata</vt:lpstr>
      <vt:lpstr>Arial</vt:lpstr>
      <vt:lpstr>Arial Rounded MT Bold</vt:lpstr>
      <vt:lpstr>Bahnschrift</vt:lpstr>
      <vt:lpstr>Bahnschrift SemiBold</vt:lpstr>
      <vt:lpstr>Berlin Sans FB</vt:lpstr>
      <vt:lpstr>Bodoni MT Black</vt:lpstr>
      <vt:lpstr>Calibri</vt:lpstr>
      <vt:lpstr>Dubai</vt:lpstr>
      <vt:lpstr>Montserrat</vt:lpstr>
      <vt:lpstr>OpenSymbol</vt:lpstr>
      <vt:lpstr>Symbol</vt:lpstr>
      <vt:lpstr>Wingdings</vt:lpstr>
      <vt:lpstr>-</vt:lpstr>
      <vt:lpstr>Slidesgo Final Pages</vt:lpstr>
      <vt:lpstr>Slidesgo Final Pages</vt:lpstr>
      <vt:lpstr>CURALENS  Domain Name : Health Care Technology  Problem Statement : Simplifying Medical Lab Reports  Team ID : KGH216  Team Name : TECH TITANS </vt:lpstr>
      <vt:lpstr>Problem Statement </vt:lpstr>
      <vt:lpstr>PowerPoint Presentation</vt:lpstr>
      <vt:lpstr>PowerPoint Presentation</vt:lpstr>
      <vt:lpstr>SYSTEM FLOW / WORKFLOW</vt:lpstr>
      <vt:lpstr>PowerPoint Presentation</vt:lpstr>
      <vt:lpstr>DATA / COMPONENT DESIGN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S</dc:creator>
  <cp:lastModifiedBy>POOJA S</cp:lastModifiedBy>
  <cp:revision>1</cp:revision>
  <dcterms:modified xsi:type="dcterms:W3CDTF">2026-03-05T07:54:30Z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2026-03-05T06:28:08Z</dcterms:created>
  <dc:creator>Unknown Creator</dc:creator>
  <dc:description/>
  <dc:language>en-US</dc:language>
  <cp:lastModifiedBy>Unknown Creator</cp:lastModifiedBy>
  <dcterms:modified xsi:type="dcterms:W3CDTF">2026-03-05T06:28:08Z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